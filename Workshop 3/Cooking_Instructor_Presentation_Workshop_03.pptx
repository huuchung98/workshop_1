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71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11B015-C301-4CC3-9A5A-BB46BC8FEA08}" v="66" dt="2025-10-18T08:49:29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h Nguyen Nhat" userId="4816c653-f5be-4d82-8a01-f7f678ccd65c" providerId="ADAL" clId="{DE8E478E-45E6-43CE-924A-8A002BD7B6F9}"/>
    <pc:docChg chg="undo custSel addSld delSld modSld">
      <pc:chgData name="Canh Nguyen Nhat" userId="4816c653-f5be-4d82-8a01-f7f678ccd65c" providerId="ADAL" clId="{DE8E478E-45E6-43CE-924A-8A002BD7B6F9}" dt="2025-10-18T08:49:29.390" v="508" actId="108"/>
      <pc:docMkLst>
        <pc:docMk/>
      </pc:docMkLst>
      <pc:sldChg chg="modSp modAnim">
        <pc:chgData name="Canh Nguyen Nhat" userId="4816c653-f5be-4d82-8a01-f7f678ccd65c" providerId="ADAL" clId="{DE8E478E-45E6-43CE-924A-8A002BD7B6F9}" dt="2025-10-18T04:42:08.792" v="92" actId="20577"/>
        <pc:sldMkLst>
          <pc:docMk/>
          <pc:sldMk cId="0" sldId="256"/>
        </pc:sldMkLst>
        <pc:spChg chg="mod">
          <ac:chgData name="Canh Nguyen Nhat" userId="4816c653-f5be-4d82-8a01-f7f678ccd65c" providerId="ADAL" clId="{DE8E478E-45E6-43CE-924A-8A002BD7B6F9}" dt="2025-10-18T04:42:08.792" v="9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anh Nguyen Nhat" userId="4816c653-f5be-4d82-8a01-f7f678ccd65c" providerId="ADAL" clId="{DE8E478E-45E6-43CE-924A-8A002BD7B6F9}" dt="2025-10-18T08:30:12.350" v="160" actId="20578"/>
        <pc:sldMkLst>
          <pc:docMk/>
          <pc:sldMk cId="0" sldId="258"/>
        </pc:sldMkLst>
        <pc:graphicFrameChg chg="mod modGraphic">
          <ac:chgData name="Canh Nguyen Nhat" userId="4816c653-f5be-4d82-8a01-f7f678ccd65c" providerId="ADAL" clId="{DE8E478E-45E6-43CE-924A-8A002BD7B6F9}" dt="2025-10-18T08:30:12.350" v="160" actId="20578"/>
          <ac:graphicFrameMkLst>
            <pc:docMk/>
            <pc:sldMk cId="0" sldId="258"/>
            <ac:graphicFrameMk id="5" creationId="{5019CA70-E603-DF03-AF7F-36730692156E}"/>
          </ac:graphicFrameMkLst>
        </pc:graphicFrameChg>
      </pc:sldChg>
      <pc:sldChg chg="modSp mod">
        <pc:chgData name="Canh Nguyen Nhat" userId="4816c653-f5be-4d82-8a01-f7f678ccd65c" providerId="ADAL" clId="{DE8E478E-45E6-43CE-924A-8A002BD7B6F9}" dt="2025-10-18T04:44:29.665" v="158" actId="20577"/>
        <pc:sldMkLst>
          <pc:docMk/>
          <pc:sldMk cId="0" sldId="259"/>
        </pc:sldMkLst>
        <pc:spChg chg="mod">
          <ac:chgData name="Canh Nguyen Nhat" userId="4816c653-f5be-4d82-8a01-f7f678ccd65c" providerId="ADAL" clId="{DE8E478E-45E6-43CE-924A-8A002BD7B6F9}" dt="2025-10-18T04:44:29.665" v="15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Canh Nguyen Nhat" userId="4816c653-f5be-4d82-8a01-f7f678ccd65c" providerId="ADAL" clId="{DE8E478E-45E6-43CE-924A-8A002BD7B6F9}" dt="2025-10-18T04:41:42.021" v="91" actId="108"/>
        <pc:sldMkLst>
          <pc:docMk/>
          <pc:sldMk cId="0" sldId="266"/>
        </pc:sldMkLst>
        <pc:graphicFrameChg chg="mod modGraphic">
          <ac:chgData name="Canh Nguyen Nhat" userId="4816c653-f5be-4d82-8a01-f7f678ccd65c" providerId="ADAL" clId="{DE8E478E-45E6-43CE-924A-8A002BD7B6F9}" dt="2025-10-18T04:41:42.021" v="91" actId="108"/>
          <ac:graphicFrameMkLst>
            <pc:docMk/>
            <pc:sldMk cId="0" sldId="266"/>
            <ac:graphicFrameMk id="5" creationId="{FAA80ED0-D236-D229-7935-6A18035D72A9}"/>
          </ac:graphicFrameMkLst>
        </pc:graphicFrameChg>
      </pc:sldChg>
      <pc:sldChg chg="addSp delSp modSp new mod setBg">
        <pc:chgData name="Canh Nguyen Nhat" userId="4816c653-f5be-4d82-8a01-f7f678ccd65c" providerId="ADAL" clId="{DE8E478E-45E6-43CE-924A-8A002BD7B6F9}" dt="2025-10-18T08:49:29.390" v="508" actId="108"/>
        <pc:sldMkLst>
          <pc:docMk/>
          <pc:sldMk cId="366513780" sldId="267"/>
        </pc:sldMkLst>
        <pc:spChg chg="mod">
          <ac:chgData name="Canh Nguyen Nhat" userId="4816c653-f5be-4d82-8a01-f7f678ccd65c" providerId="ADAL" clId="{DE8E478E-45E6-43CE-924A-8A002BD7B6F9}" dt="2025-10-18T08:35:14.691" v="319" actId="26606"/>
          <ac:spMkLst>
            <pc:docMk/>
            <pc:sldMk cId="366513780" sldId="267"/>
            <ac:spMk id="2" creationId="{F434EE39-69FF-4972-A1C2-8117632C0627}"/>
          </ac:spMkLst>
        </pc:spChg>
        <pc:spChg chg="add del mod">
          <ac:chgData name="Canh Nguyen Nhat" userId="4816c653-f5be-4d82-8a01-f7f678ccd65c" providerId="ADAL" clId="{DE8E478E-45E6-43CE-924A-8A002BD7B6F9}" dt="2025-10-18T08:34:01.077" v="286" actId="26606"/>
          <ac:spMkLst>
            <pc:docMk/>
            <pc:sldMk cId="366513780" sldId="267"/>
            <ac:spMk id="3" creationId="{3219CCBC-D650-A1B9-6D8B-DDDFA69B519C}"/>
          </ac:spMkLst>
        </pc:spChg>
        <pc:spChg chg="add mod">
          <ac:chgData name="Canh Nguyen Nhat" userId="4816c653-f5be-4d82-8a01-f7f678ccd65c" providerId="ADAL" clId="{DE8E478E-45E6-43CE-924A-8A002BD7B6F9}" dt="2025-10-18T08:36:19.816" v="328" actId="1076"/>
          <ac:spMkLst>
            <pc:docMk/>
            <pc:sldMk cId="366513780" sldId="267"/>
            <ac:spMk id="4" creationId="{85FAF3CC-FA20-C1AB-BED0-9B927429FC07}"/>
          </ac:spMkLst>
        </pc:spChg>
        <pc:spChg chg="add mod">
          <ac:chgData name="Canh Nguyen Nhat" userId="4816c653-f5be-4d82-8a01-f7f678ccd65c" providerId="ADAL" clId="{DE8E478E-45E6-43CE-924A-8A002BD7B6F9}" dt="2025-10-18T08:37:17.930" v="338" actId="1076"/>
          <ac:spMkLst>
            <pc:docMk/>
            <pc:sldMk cId="366513780" sldId="267"/>
            <ac:spMk id="6" creationId="{426164E0-9004-6AE6-5F03-5CC516172AFF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7" creationId="{E92FEB64-6EEA-4759-B4A4-BD2C1E660BA8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8" creationId="{F837543A-6020-4505-A233-C9DB4BF74011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9" creationId="{B10BB131-AC8E-4A8E-A5D1-36260F720C3B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10" creationId="{35B16301-FB18-48BA-A6DD-C37CAF6F9A18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11" creationId="{14847E93-7DC1-4D4B-8829-B19AA7137C50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12" creationId="{C3C0D90E-074A-4F52-9B11-B52BEF4BCBE5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13" creationId="{5566D6E1-03A1-4D73-A4E0-35D74D568A04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14" creationId="{CABBD4C1-E6F8-46F6-8152-A8A97490BF4D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15" creationId="{9F835A99-04AC-494A-A572-AFE8413CC938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16" creationId="{83BA5EF5-1FE9-4BF9-83BB-269BCDDF6156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17" creationId="{3219CCBC-D650-A1B9-6D8B-DDDFA69B519C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20" creationId="{88853921-7BC9-4BDE-ACAB-133C683C82D6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21" creationId="{2D2964BB-484D-45AE-AD66-D407D0629652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22" creationId="{09192968-3AE7-4470-A61C-97294BB92731}"/>
          </ac:spMkLst>
        </pc:spChg>
        <pc:spChg chg="add del">
          <ac:chgData name="Canh Nguyen Nhat" userId="4816c653-f5be-4d82-8a01-f7f678ccd65c" providerId="ADAL" clId="{DE8E478E-45E6-43CE-924A-8A002BD7B6F9}" dt="2025-10-18T08:34:01.064" v="285" actId="26606"/>
          <ac:spMkLst>
            <pc:docMk/>
            <pc:sldMk cId="366513780" sldId="267"/>
            <ac:spMk id="23" creationId="{6691AC69-A76E-4DAB-B565-468B6B87ACF3}"/>
          </ac:spMkLst>
        </pc:spChg>
        <pc:spChg chg="add del">
          <ac:chgData name="Canh Nguyen Nhat" userId="4816c653-f5be-4d82-8a01-f7f678ccd65c" providerId="ADAL" clId="{DE8E478E-45E6-43CE-924A-8A002BD7B6F9}" dt="2025-10-18T08:33:47.564" v="279" actId="26606"/>
          <ac:spMkLst>
            <pc:docMk/>
            <pc:sldMk cId="366513780" sldId="267"/>
            <ac:spMk id="24" creationId="{3AB72E55-43E4-4356-BFE8-E2102CB0B505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25" creationId="{1709F1D5-B0F1-4714-A239-E5B61C161915}"/>
          </ac:spMkLst>
        </pc:spChg>
        <pc:spChg chg="add del">
          <ac:chgData name="Canh Nguyen Nhat" userId="4816c653-f5be-4d82-8a01-f7f678ccd65c" providerId="ADAL" clId="{DE8E478E-45E6-43CE-924A-8A002BD7B6F9}" dt="2025-10-18T08:33:55.193" v="281" actId="26606"/>
          <ac:spMkLst>
            <pc:docMk/>
            <pc:sldMk cId="366513780" sldId="267"/>
            <ac:spMk id="26" creationId="{907EF6B7-1338-4443-8C46-6A318D952DFD}"/>
          </ac:spMkLst>
        </pc:spChg>
        <pc:spChg chg="add del">
          <ac:chgData name="Canh Nguyen Nhat" userId="4816c653-f5be-4d82-8a01-f7f678ccd65c" providerId="ADAL" clId="{DE8E478E-45E6-43CE-924A-8A002BD7B6F9}" dt="2025-10-18T08:33:55.193" v="281" actId="26606"/>
          <ac:spMkLst>
            <pc:docMk/>
            <pc:sldMk cId="366513780" sldId="267"/>
            <ac:spMk id="27" creationId="{DAAE4CDD-124C-4DCF-9584-B6033B545DD5}"/>
          </ac:spMkLst>
        </pc:spChg>
        <pc:spChg chg="add del">
          <ac:chgData name="Canh Nguyen Nhat" userId="4816c653-f5be-4d82-8a01-f7f678ccd65c" providerId="ADAL" clId="{DE8E478E-45E6-43CE-924A-8A002BD7B6F9}" dt="2025-10-18T08:33:55.193" v="281" actId="26606"/>
          <ac:spMkLst>
            <pc:docMk/>
            <pc:sldMk cId="366513780" sldId="267"/>
            <ac:spMk id="28" creationId="{081E4A58-353D-44AE-B2FC-2A74E2E400F7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29" creationId="{228FB460-D3FF-4440-A020-05982A09E517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30" creationId="{14847E93-7DC1-4D4B-8829-B19AA7137C50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31" creationId="{5566D6E1-03A1-4D73-A4E0-35D74D568A04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33" creationId="{3219CCBC-D650-A1B9-6D8B-DDDFA69B519C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34" creationId="{7B786209-1B0B-4CA9-9BDD-F7327066A84D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35" creationId="{2D2964BB-484D-45AE-AD66-D407D0629652}"/>
          </ac:spMkLst>
        </pc:spChg>
        <pc:spChg chg="add del">
          <ac:chgData name="Canh Nguyen Nhat" userId="4816c653-f5be-4d82-8a01-f7f678ccd65c" providerId="ADAL" clId="{DE8E478E-45E6-43CE-924A-8A002BD7B6F9}" dt="2025-10-18T08:34:19.998" v="309" actId="26606"/>
          <ac:spMkLst>
            <pc:docMk/>
            <pc:sldMk cId="366513780" sldId="267"/>
            <ac:spMk id="36" creationId="{6691AC69-A76E-4DAB-B565-468B6B87ACF3}"/>
          </ac:spMkLst>
        </pc:spChg>
        <pc:spChg chg="add del">
          <ac:chgData name="Canh Nguyen Nhat" userId="4816c653-f5be-4d82-8a01-f7f678ccd65c" providerId="ADAL" clId="{DE8E478E-45E6-43CE-924A-8A002BD7B6F9}" dt="2025-10-18T08:35:14.691" v="319" actId="26606"/>
          <ac:spMkLst>
            <pc:docMk/>
            <pc:sldMk cId="366513780" sldId="267"/>
            <ac:spMk id="42" creationId="{2659FDB4-FCBE-4A89-B46D-43D4FA54464D}"/>
          </ac:spMkLst>
        </pc:spChg>
        <pc:spChg chg="add del">
          <ac:chgData name="Canh Nguyen Nhat" userId="4816c653-f5be-4d82-8a01-f7f678ccd65c" providerId="ADAL" clId="{DE8E478E-45E6-43CE-924A-8A002BD7B6F9}" dt="2025-10-18T08:35:14.614" v="318" actId="26606"/>
          <ac:spMkLst>
            <pc:docMk/>
            <pc:sldMk cId="366513780" sldId="267"/>
            <ac:spMk id="49" creationId="{BC68A55F-7B32-44D8-AEE5-1AF40532656C}"/>
          </ac:spMkLst>
        </pc:spChg>
        <pc:spChg chg="add del">
          <ac:chgData name="Canh Nguyen Nhat" userId="4816c653-f5be-4d82-8a01-f7f678ccd65c" providerId="ADAL" clId="{DE8E478E-45E6-43CE-924A-8A002BD7B6F9}" dt="2025-10-18T08:35:14.614" v="318" actId="26606"/>
          <ac:spMkLst>
            <pc:docMk/>
            <pc:sldMk cId="366513780" sldId="267"/>
            <ac:spMk id="51" creationId="{CD1AAA2C-FBBE-42AA-B869-31D524B7653F}"/>
          </ac:spMkLst>
        </pc:spChg>
        <pc:spChg chg="add del">
          <ac:chgData name="Canh Nguyen Nhat" userId="4816c653-f5be-4d82-8a01-f7f678ccd65c" providerId="ADAL" clId="{DE8E478E-45E6-43CE-924A-8A002BD7B6F9}" dt="2025-10-18T08:35:14.614" v="318" actId="26606"/>
          <ac:spMkLst>
            <pc:docMk/>
            <pc:sldMk cId="366513780" sldId="267"/>
            <ac:spMk id="53" creationId="{5F937BBF-9326-4230-AB1B-F1795E350559}"/>
          </ac:spMkLst>
        </pc:spChg>
        <pc:spChg chg="add">
          <ac:chgData name="Canh Nguyen Nhat" userId="4816c653-f5be-4d82-8a01-f7f678ccd65c" providerId="ADAL" clId="{DE8E478E-45E6-43CE-924A-8A002BD7B6F9}" dt="2025-10-18T08:35:14.691" v="319" actId="26606"/>
          <ac:spMkLst>
            <pc:docMk/>
            <pc:sldMk cId="366513780" sldId="267"/>
            <ac:spMk id="55" creationId="{C5B55FC3-961D-4325-82F1-DE92B0D04E03}"/>
          </ac:spMkLst>
        </pc:spChg>
        <pc:spChg chg="add">
          <ac:chgData name="Canh Nguyen Nhat" userId="4816c653-f5be-4d82-8a01-f7f678ccd65c" providerId="ADAL" clId="{DE8E478E-45E6-43CE-924A-8A002BD7B6F9}" dt="2025-10-18T08:35:14.691" v="319" actId="26606"/>
          <ac:spMkLst>
            <pc:docMk/>
            <pc:sldMk cId="366513780" sldId="267"/>
            <ac:spMk id="56" creationId="{2659FDB4-FCBE-4A89-B46D-43D4FA54464D}"/>
          </ac:spMkLst>
        </pc:spChg>
        <pc:spChg chg="add">
          <ac:chgData name="Canh Nguyen Nhat" userId="4816c653-f5be-4d82-8a01-f7f678ccd65c" providerId="ADAL" clId="{DE8E478E-45E6-43CE-924A-8A002BD7B6F9}" dt="2025-10-18T08:35:14.691" v="319" actId="26606"/>
          <ac:spMkLst>
            <pc:docMk/>
            <pc:sldMk cId="366513780" sldId="267"/>
            <ac:spMk id="57" creationId="{4C8AB332-D09E-4F28-943C-DABDD4716A3C}"/>
          </ac:spMkLst>
        </pc:spChg>
        <pc:spChg chg="add">
          <ac:chgData name="Canh Nguyen Nhat" userId="4816c653-f5be-4d82-8a01-f7f678ccd65c" providerId="ADAL" clId="{DE8E478E-45E6-43CE-924A-8A002BD7B6F9}" dt="2025-10-18T08:35:14.691" v="319" actId="26606"/>
          <ac:spMkLst>
            <pc:docMk/>
            <pc:sldMk cId="366513780" sldId="267"/>
            <ac:spMk id="59" creationId="{58BDB0EE-D238-415B-9ED8-62AA6AB2AAD1}"/>
          </ac:spMkLst>
        </pc:spChg>
        <pc:graphicFrameChg chg="add del">
          <ac:chgData name="Canh Nguyen Nhat" userId="4816c653-f5be-4d82-8a01-f7f678ccd65c" providerId="ADAL" clId="{DE8E478E-45E6-43CE-924A-8A002BD7B6F9}" dt="2025-10-18T08:33:58.967" v="283" actId="26606"/>
          <ac:graphicFrameMkLst>
            <pc:docMk/>
            <pc:sldMk cId="366513780" sldId="267"/>
            <ac:graphicFrameMk id="5" creationId="{81765DC9-A0D2-FB69-2561-4294B1147D9B}"/>
          </ac:graphicFrameMkLst>
        </pc:graphicFrameChg>
        <pc:graphicFrameChg chg="mod modGraphic">
          <ac:chgData name="Canh Nguyen Nhat" userId="4816c653-f5be-4d82-8a01-f7f678ccd65c" providerId="ADAL" clId="{DE8E478E-45E6-43CE-924A-8A002BD7B6F9}" dt="2025-10-18T08:49:29.390" v="508" actId="108"/>
          <ac:graphicFrameMkLst>
            <pc:docMk/>
            <pc:sldMk cId="366513780" sldId="267"/>
            <ac:graphicFrameMk id="38" creationId="{B1F297D1-5199-E065-A97C-58575F359FB3}"/>
          </ac:graphicFrameMkLst>
        </pc:graphicFrameChg>
        <pc:cxnChg chg="add del">
          <ac:chgData name="Canh Nguyen Nhat" userId="4816c653-f5be-4d82-8a01-f7f678ccd65c" providerId="ADAL" clId="{DE8E478E-45E6-43CE-924A-8A002BD7B6F9}" dt="2025-10-18T08:35:14.691" v="319" actId="26606"/>
          <ac:cxnSpMkLst>
            <pc:docMk/>
            <pc:sldMk cId="366513780" sldId="267"/>
            <ac:cxnSpMk id="44" creationId="{C8F51B3F-8331-4E4A-AE96-D47B1006EEAD}"/>
          </ac:cxnSpMkLst>
        </pc:cxnChg>
        <pc:cxnChg chg="add">
          <ac:chgData name="Canh Nguyen Nhat" userId="4816c653-f5be-4d82-8a01-f7f678ccd65c" providerId="ADAL" clId="{DE8E478E-45E6-43CE-924A-8A002BD7B6F9}" dt="2025-10-18T08:35:14.691" v="319" actId="26606"/>
          <ac:cxnSpMkLst>
            <pc:docMk/>
            <pc:sldMk cId="366513780" sldId="267"/>
            <ac:cxnSpMk id="58" creationId="{C8F51B3F-8331-4E4A-AE96-D47B1006EEAD}"/>
          </ac:cxnSpMkLst>
        </pc:cxnChg>
      </pc:sldChg>
      <pc:sldChg chg="addSp delSp modSp new del mod setBg">
        <pc:chgData name="Canh Nguyen Nhat" userId="4816c653-f5be-4d82-8a01-f7f678ccd65c" providerId="ADAL" clId="{DE8E478E-45E6-43CE-924A-8A002BD7B6F9}" dt="2025-10-18T08:42:07.341" v="380" actId="47"/>
        <pc:sldMkLst>
          <pc:docMk/>
          <pc:sldMk cId="482082042" sldId="268"/>
        </pc:sldMkLst>
        <pc:spChg chg="mod">
          <ac:chgData name="Canh Nguyen Nhat" userId="4816c653-f5be-4d82-8a01-f7f678ccd65c" providerId="ADAL" clId="{DE8E478E-45E6-43CE-924A-8A002BD7B6F9}" dt="2025-10-18T08:39:44.361" v="359" actId="26606"/>
          <ac:spMkLst>
            <pc:docMk/>
            <pc:sldMk cId="482082042" sldId="268"/>
            <ac:spMk id="2" creationId="{7356F8FE-E2D8-E0D1-8ED6-8ABF7F6EDD1D}"/>
          </ac:spMkLst>
        </pc:spChg>
        <pc:spChg chg="del mod">
          <ac:chgData name="Canh Nguyen Nhat" userId="4816c653-f5be-4d82-8a01-f7f678ccd65c" providerId="ADAL" clId="{DE8E478E-45E6-43CE-924A-8A002BD7B6F9}" dt="2025-10-18T08:38:34.402" v="345"/>
          <ac:spMkLst>
            <pc:docMk/>
            <pc:sldMk cId="482082042" sldId="268"/>
            <ac:spMk id="3" creationId="{C70F2E23-572E-571D-FCA3-55950B8C161A}"/>
          </ac:spMkLst>
        </pc:spChg>
        <pc:spChg chg="add del">
          <ac:chgData name="Canh Nguyen Nhat" userId="4816c653-f5be-4d82-8a01-f7f678ccd65c" providerId="ADAL" clId="{DE8E478E-45E6-43CE-924A-8A002BD7B6F9}" dt="2025-10-18T08:39:44.358" v="358" actId="26606"/>
          <ac:spMkLst>
            <pc:docMk/>
            <pc:sldMk cId="482082042" sldId="268"/>
            <ac:spMk id="1030" creationId="{50CC88A9-A661-4C48-866E-8734E51140B1}"/>
          </ac:spMkLst>
        </pc:spChg>
        <pc:spChg chg="add del">
          <ac:chgData name="Canh Nguyen Nhat" userId="4816c653-f5be-4d82-8a01-f7f678ccd65c" providerId="ADAL" clId="{DE8E478E-45E6-43CE-924A-8A002BD7B6F9}" dt="2025-10-18T08:39:44.358" v="358" actId="26606"/>
          <ac:spMkLst>
            <pc:docMk/>
            <pc:sldMk cId="482082042" sldId="268"/>
            <ac:spMk id="1031" creationId="{CFDF195F-784B-4D00-8C92-6FC1B0499EA1}"/>
          </ac:spMkLst>
        </pc:spChg>
        <pc:spChg chg="add del">
          <ac:chgData name="Canh Nguyen Nhat" userId="4816c653-f5be-4d82-8a01-f7f678ccd65c" providerId="ADAL" clId="{DE8E478E-45E6-43CE-924A-8A002BD7B6F9}" dt="2025-10-18T08:39:34.618" v="356" actId="26606"/>
          <ac:spMkLst>
            <pc:docMk/>
            <pc:sldMk cId="482082042" sldId="268"/>
            <ac:spMk id="1032" creationId="{07B20E56-857A-AE42-EAD7-10146B76B1B9}"/>
          </ac:spMkLst>
        </pc:spChg>
        <pc:spChg chg="add del">
          <ac:chgData name="Canh Nguyen Nhat" userId="4816c653-f5be-4d82-8a01-f7f678ccd65c" providerId="ADAL" clId="{DE8E478E-45E6-43CE-924A-8A002BD7B6F9}" dt="2025-10-18T08:39:44.358" v="358" actId="26606"/>
          <ac:spMkLst>
            <pc:docMk/>
            <pc:sldMk cId="482082042" sldId="268"/>
            <ac:spMk id="1033" creationId="{78BA5F19-D5E1-4ECC-BEC2-DF7AEDFD7C50}"/>
          </ac:spMkLst>
        </pc:spChg>
        <pc:spChg chg="add del">
          <ac:chgData name="Canh Nguyen Nhat" userId="4816c653-f5be-4d82-8a01-f7f678ccd65c" providerId="ADAL" clId="{DE8E478E-45E6-43CE-924A-8A002BD7B6F9}" dt="2025-10-18T08:39:34.618" v="356" actId="26606"/>
          <ac:spMkLst>
            <pc:docMk/>
            <pc:sldMk cId="482082042" sldId="268"/>
            <ac:spMk id="1035" creationId="{A2679492-7988-4050-9056-542444452411}"/>
          </ac:spMkLst>
        </pc:spChg>
        <pc:spChg chg="add">
          <ac:chgData name="Canh Nguyen Nhat" userId="4816c653-f5be-4d82-8a01-f7f678ccd65c" providerId="ADAL" clId="{DE8E478E-45E6-43CE-924A-8A002BD7B6F9}" dt="2025-10-18T08:39:44.361" v="359" actId="26606"/>
          <ac:spMkLst>
            <pc:docMk/>
            <pc:sldMk cId="482082042" sldId="268"/>
            <ac:spMk id="1036" creationId="{23CBEF12-C9B8-466E-A7FE-B00B9ADF4303}"/>
          </ac:spMkLst>
        </pc:spChg>
        <pc:spChg chg="add del">
          <ac:chgData name="Canh Nguyen Nhat" userId="4816c653-f5be-4d82-8a01-f7f678ccd65c" providerId="ADAL" clId="{DE8E478E-45E6-43CE-924A-8A002BD7B6F9}" dt="2025-10-18T08:39:34.618" v="356" actId="26606"/>
          <ac:spMkLst>
            <pc:docMk/>
            <pc:sldMk cId="482082042" sldId="268"/>
            <ac:spMk id="1037" creationId="{B091B163-7D61-4891-ABCF-5C13D9C418D0}"/>
          </ac:spMkLst>
        </pc:spChg>
        <pc:spChg chg="add mod">
          <ac:chgData name="Canh Nguyen Nhat" userId="4816c653-f5be-4d82-8a01-f7f678ccd65c" providerId="ADAL" clId="{DE8E478E-45E6-43CE-924A-8A002BD7B6F9}" dt="2025-10-18T08:40:58.917" v="367" actId="14100"/>
          <ac:spMkLst>
            <pc:docMk/>
            <pc:sldMk cId="482082042" sldId="268"/>
            <ac:spMk id="1038" creationId="{FB6BE468-53F6-6BA3-621B-AA8135797894}"/>
          </ac:spMkLst>
        </pc:spChg>
        <pc:picChg chg="add mod">
          <ac:chgData name="Canh Nguyen Nhat" userId="4816c653-f5be-4d82-8a01-f7f678ccd65c" providerId="ADAL" clId="{DE8E478E-45E6-43CE-924A-8A002BD7B6F9}" dt="2025-10-18T08:40:30.006" v="362" actId="732"/>
          <ac:picMkLst>
            <pc:docMk/>
            <pc:sldMk cId="482082042" sldId="268"/>
            <ac:picMk id="1026" creationId="{734DD656-12B2-7231-1F69-58F2EF7B5313}"/>
          </ac:picMkLst>
        </pc:picChg>
        <pc:picChg chg="add mod">
          <ac:chgData name="Canh Nguyen Nhat" userId="4816c653-f5be-4d82-8a01-f7f678ccd65c" providerId="ADAL" clId="{DE8E478E-45E6-43CE-924A-8A002BD7B6F9}" dt="2025-10-18T08:40:55.585" v="366" actId="732"/>
          <ac:picMkLst>
            <pc:docMk/>
            <pc:sldMk cId="482082042" sldId="268"/>
            <ac:picMk id="1028" creationId="{A8A67422-DF5D-7E7B-CBCB-BADA2889CF3B}"/>
          </ac:picMkLst>
        </pc:picChg>
        <pc:cxnChg chg="add del">
          <ac:chgData name="Canh Nguyen Nhat" userId="4816c653-f5be-4d82-8a01-f7f678ccd65c" providerId="ADAL" clId="{DE8E478E-45E6-43CE-924A-8A002BD7B6F9}" dt="2025-10-18T08:39:34.618" v="356" actId="26606"/>
          <ac:cxnSpMkLst>
            <pc:docMk/>
            <pc:sldMk cId="482082042" sldId="268"/>
            <ac:cxnSpMk id="1039" creationId="{C49DA8F6-BCC1-4447-B54C-57856834B94B}"/>
          </ac:cxnSpMkLst>
        </pc:cxnChg>
      </pc:sldChg>
      <pc:sldChg chg="new del">
        <pc:chgData name="Canh Nguyen Nhat" userId="4816c653-f5be-4d82-8a01-f7f678ccd65c" providerId="ADAL" clId="{DE8E478E-45E6-43CE-924A-8A002BD7B6F9}" dt="2025-10-18T08:41:22.786" v="371" actId="47"/>
        <pc:sldMkLst>
          <pc:docMk/>
          <pc:sldMk cId="4174470247" sldId="269"/>
        </pc:sldMkLst>
      </pc:sldChg>
      <pc:sldChg chg="addSp delSp modSp add mod setBg delDesignElem">
        <pc:chgData name="Canh Nguyen Nhat" userId="4816c653-f5be-4d82-8a01-f7f678ccd65c" providerId="ADAL" clId="{DE8E478E-45E6-43CE-924A-8A002BD7B6F9}" dt="2025-10-18T08:48:18.807" v="502" actId="20577"/>
        <pc:sldMkLst>
          <pc:docMk/>
          <pc:sldMk cId="1158809005" sldId="270"/>
        </pc:sldMkLst>
        <pc:spChg chg="mod">
          <ac:chgData name="Canh Nguyen Nhat" userId="4816c653-f5be-4d82-8a01-f7f678ccd65c" providerId="ADAL" clId="{DE8E478E-45E6-43CE-924A-8A002BD7B6F9}" dt="2025-10-18T08:47:01.749" v="411" actId="404"/>
          <ac:spMkLst>
            <pc:docMk/>
            <pc:sldMk cId="1158809005" sldId="270"/>
            <ac:spMk id="2" creationId="{CF9409EF-667B-0B5B-5B1E-62A05A1C7EAA}"/>
          </ac:spMkLst>
        </pc:spChg>
        <pc:spChg chg="add mod">
          <ac:chgData name="Canh Nguyen Nhat" userId="4816c653-f5be-4d82-8a01-f7f678ccd65c" providerId="ADAL" clId="{DE8E478E-45E6-43CE-924A-8A002BD7B6F9}" dt="2025-10-18T08:43:18.480" v="391" actId="14100"/>
          <ac:spMkLst>
            <pc:docMk/>
            <pc:sldMk cId="1158809005" sldId="270"/>
            <ac:spMk id="3" creationId="{641B8731-7965-AC31-85D5-549B9AFF0366}"/>
          </ac:spMkLst>
        </pc:spChg>
        <pc:spChg chg="add mod">
          <ac:chgData name="Canh Nguyen Nhat" userId="4816c653-f5be-4d82-8a01-f7f678ccd65c" providerId="ADAL" clId="{DE8E478E-45E6-43CE-924A-8A002BD7B6F9}" dt="2025-10-18T08:43:54.374" v="396" actId="207"/>
          <ac:spMkLst>
            <pc:docMk/>
            <pc:sldMk cId="1158809005" sldId="270"/>
            <ac:spMk id="4" creationId="{E616B5F1-A0D0-7B43-37DA-FC4249B77237}"/>
          </ac:spMkLst>
        </pc:spChg>
        <pc:spChg chg="del">
          <ac:chgData name="Canh Nguyen Nhat" userId="4816c653-f5be-4d82-8a01-f7f678ccd65c" providerId="ADAL" clId="{DE8E478E-45E6-43CE-924A-8A002BD7B6F9}" dt="2025-10-18T08:41:21.648" v="370"/>
          <ac:spMkLst>
            <pc:docMk/>
            <pc:sldMk cId="1158809005" sldId="270"/>
            <ac:spMk id="1036" creationId="{A1E8047A-9C6A-0475-D605-A73388A0E96B}"/>
          </ac:spMkLst>
        </pc:spChg>
        <pc:spChg chg="mod">
          <ac:chgData name="Canh Nguyen Nhat" userId="4816c653-f5be-4d82-8a01-f7f678ccd65c" providerId="ADAL" clId="{DE8E478E-45E6-43CE-924A-8A002BD7B6F9}" dt="2025-10-18T08:48:18.807" v="502" actId="20577"/>
          <ac:spMkLst>
            <pc:docMk/>
            <pc:sldMk cId="1158809005" sldId="270"/>
            <ac:spMk id="1038" creationId="{8B921093-06FA-FE37-E65C-E54D37ED3F86}"/>
          </ac:spMkLst>
        </pc:spChg>
        <pc:spChg chg="add del">
          <ac:chgData name="Canh Nguyen Nhat" userId="4816c653-f5be-4d82-8a01-f7f678ccd65c" providerId="ADAL" clId="{DE8E478E-45E6-43CE-924A-8A002BD7B6F9}" dt="2025-10-18T08:42:01.949" v="379" actId="26606"/>
          <ac:spMkLst>
            <pc:docMk/>
            <pc:sldMk cId="1158809005" sldId="270"/>
            <ac:spMk id="1043" creationId="{69D47016-023F-44BD-981C-50E7A10A6609}"/>
          </ac:spMkLst>
        </pc:spChg>
        <pc:spChg chg="add del">
          <ac:chgData name="Canh Nguyen Nhat" userId="4816c653-f5be-4d82-8a01-f7f678ccd65c" providerId="ADAL" clId="{DE8E478E-45E6-43CE-924A-8A002BD7B6F9}" dt="2025-10-18T08:42:01.949" v="379" actId="26606"/>
          <ac:spMkLst>
            <pc:docMk/>
            <pc:sldMk cId="1158809005" sldId="270"/>
            <ac:spMk id="1045" creationId="{6D8B37B0-0682-433E-BC8D-498C04ABD9A7}"/>
          </ac:spMkLst>
        </pc:spChg>
        <pc:spChg chg="add del">
          <ac:chgData name="Canh Nguyen Nhat" userId="4816c653-f5be-4d82-8a01-f7f678ccd65c" providerId="ADAL" clId="{DE8E478E-45E6-43CE-924A-8A002BD7B6F9}" dt="2025-10-18T08:41:53.247" v="374" actId="26606"/>
          <ac:spMkLst>
            <pc:docMk/>
            <pc:sldMk cId="1158809005" sldId="270"/>
            <ac:spMk id="1050" creationId="{385E1BDC-A9B0-4A87-82E3-F3187F69A802}"/>
          </ac:spMkLst>
        </pc:spChg>
        <pc:spChg chg="add del">
          <ac:chgData name="Canh Nguyen Nhat" userId="4816c653-f5be-4d82-8a01-f7f678ccd65c" providerId="ADAL" clId="{DE8E478E-45E6-43CE-924A-8A002BD7B6F9}" dt="2025-10-18T08:41:53.247" v="374" actId="26606"/>
          <ac:spMkLst>
            <pc:docMk/>
            <pc:sldMk cId="1158809005" sldId="270"/>
            <ac:spMk id="1052" creationId="{0990C621-3B8B-4820-8328-D47EF7CE823C}"/>
          </ac:spMkLst>
        </pc:spChg>
        <pc:spChg chg="add del">
          <ac:chgData name="Canh Nguyen Nhat" userId="4816c653-f5be-4d82-8a01-f7f678ccd65c" providerId="ADAL" clId="{DE8E478E-45E6-43CE-924A-8A002BD7B6F9}" dt="2025-10-18T08:41:53.247" v="374" actId="26606"/>
          <ac:spMkLst>
            <pc:docMk/>
            <pc:sldMk cId="1158809005" sldId="270"/>
            <ac:spMk id="1054" creationId="{C1A2385B-1D2A-4E17-84FA-6CB7F0AAE473}"/>
          </ac:spMkLst>
        </pc:spChg>
        <pc:spChg chg="add del">
          <ac:chgData name="Canh Nguyen Nhat" userId="4816c653-f5be-4d82-8a01-f7f678ccd65c" providerId="ADAL" clId="{DE8E478E-45E6-43CE-924A-8A002BD7B6F9}" dt="2025-10-18T08:41:53.247" v="374" actId="26606"/>
          <ac:spMkLst>
            <pc:docMk/>
            <pc:sldMk cId="1158809005" sldId="270"/>
            <ac:spMk id="1056" creationId="{5E791F2F-79DB-4CC0-9FA1-001E3E91E8B7}"/>
          </ac:spMkLst>
        </pc:spChg>
        <pc:spChg chg="add del">
          <ac:chgData name="Canh Nguyen Nhat" userId="4816c653-f5be-4d82-8a01-f7f678ccd65c" providerId="ADAL" clId="{DE8E478E-45E6-43CE-924A-8A002BD7B6F9}" dt="2025-10-18T08:41:58.797" v="376" actId="26606"/>
          <ac:spMkLst>
            <pc:docMk/>
            <pc:sldMk cId="1158809005" sldId="270"/>
            <ac:spMk id="1058" creationId="{F83B1BEA-1159-4AE5-AD9B-9440E5189009}"/>
          </ac:spMkLst>
        </pc:spChg>
        <pc:spChg chg="add del">
          <ac:chgData name="Canh Nguyen Nhat" userId="4816c653-f5be-4d82-8a01-f7f678ccd65c" providerId="ADAL" clId="{DE8E478E-45E6-43CE-924A-8A002BD7B6F9}" dt="2025-10-18T08:41:58.797" v="376" actId="26606"/>
          <ac:spMkLst>
            <pc:docMk/>
            <pc:sldMk cId="1158809005" sldId="270"/>
            <ac:spMk id="1059" creationId="{5D50C310-510F-45B8-81D2-BE905D5C6D58}"/>
          </ac:spMkLst>
        </pc:spChg>
        <pc:spChg chg="add del">
          <ac:chgData name="Canh Nguyen Nhat" userId="4816c653-f5be-4d82-8a01-f7f678ccd65c" providerId="ADAL" clId="{DE8E478E-45E6-43CE-924A-8A002BD7B6F9}" dt="2025-10-18T08:42:01.949" v="378" actId="26606"/>
          <ac:spMkLst>
            <pc:docMk/>
            <pc:sldMk cId="1158809005" sldId="270"/>
            <ac:spMk id="1061" creationId="{23CBEF12-C9B8-466E-A7FE-B00B9ADF4303}"/>
          </ac:spMkLst>
        </pc:spChg>
        <pc:spChg chg="add">
          <ac:chgData name="Canh Nguyen Nhat" userId="4816c653-f5be-4d82-8a01-f7f678ccd65c" providerId="ADAL" clId="{DE8E478E-45E6-43CE-924A-8A002BD7B6F9}" dt="2025-10-18T08:42:01.949" v="379" actId="26606"/>
          <ac:spMkLst>
            <pc:docMk/>
            <pc:sldMk cId="1158809005" sldId="270"/>
            <ac:spMk id="1063" creationId="{69D47016-023F-44BD-981C-50E7A10A6609}"/>
          </ac:spMkLst>
        </pc:spChg>
        <pc:spChg chg="add">
          <ac:chgData name="Canh Nguyen Nhat" userId="4816c653-f5be-4d82-8a01-f7f678ccd65c" providerId="ADAL" clId="{DE8E478E-45E6-43CE-924A-8A002BD7B6F9}" dt="2025-10-18T08:42:01.949" v="379" actId="26606"/>
          <ac:spMkLst>
            <pc:docMk/>
            <pc:sldMk cId="1158809005" sldId="270"/>
            <ac:spMk id="1064" creationId="{6D8B37B0-0682-433E-BC8D-498C04ABD9A7}"/>
          </ac:spMkLst>
        </pc:spChg>
        <pc:picChg chg="mod">
          <ac:chgData name="Canh Nguyen Nhat" userId="4816c653-f5be-4d82-8a01-f7f678ccd65c" providerId="ADAL" clId="{DE8E478E-45E6-43CE-924A-8A002BD7B6F9}" dt="2025-10-18T08:42:01.949" v="378" actId="26606"/>
          <ac:picMkLst>
            <pc:docMk/>
            <pc:sldMk cId="1158809005" sldId="270"/>
            <ac:picMk id="1026" creationId="{09A5B9A6-E3BB-1AF0-CD5D-5F312F5DAA48}"/>
          </ac:picMkLst>
        </pc:picChg>
        <pc:picChg chg="mod">
          <ac:chgData name="Canh Nguyen Nhat" userId="4816c653-f5be-4d82-8a01-f7f678ccd65c" providerId="ADAL" clId="{DE8E478E-45E6-43CE-924A-8A002BD7B6F9}" dt="2025-10-18T08:42:01.949" v="378" actId="26606"/>
          <ac:picMkLst>
            <pc:docMk/>
            <pc:sldMk cId="1158809005" sldId="270"/>
            <ac:picMk id="1028" creationId="{E5A7C018-65EC-A328-5776-4E2977C74BA9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0.svg"/><Relationship Id="rId1" Type="http://schemas.openxmlformats.org/officeDocument/2006/relationships/image" Target="../media/image6.png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C16F2-A5CD-4EC0-BD10-B963323981A1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972859A-245F-4FA1-9A99-22F9421B8FA7}">
      <dgm:prSet/>
      <dgm:spPr/>
      <dgm:t>
        <a:bodyPr/>
        <a:lstStyle/>
        <a:p>
          <a:r>
            <a:rPr lang="vi-VN" dirty="0">
              <a:latin typeface="+mj-lt"/>
            </a:rPr>
            <a:t>Workshop 01: Hoàn thiện phiên bản bas</a:t>
          </a:r>
          <a:r>
            <a:rPr lang="en-US" dirty="0">
              <a:latin typeface="+mj-lt"/>
            </a:rPr>
            <a:t>e</a:t>
          </a:r>
        </a:p>
      </dgm:t>
    </dgm:pt>
    <dgm:pt modelId="{31FEC7C8-BEA6-43F1-96D4-DA289ADF4FEC}" type="parTrans" cxnId="{895E3868-7757-496E-ABFF-3188F23AC4A7}">
      <dgm:prSet/>
      <dgm:spPr/>
      <dgm:t>
        <a:bodyPr/>
        <a:lstStyle/>
        <a:p>
          <a:endParaRPr lang="en-US"/>
        </a:p>
      </dgm:t>
    </dgm:pt>
    <dgm:pt modelId="{DF45DD3C-A104-41E4-883D-18FCA460DF61}" type="sibTrans" cxnId="{895E3868-7757-496E-ABFF-3188F23AC4A7}">
      <dgm:prSet/>
      <dgm:spPr/>
      <dgm:t>
        <a:bodyPr/>
        <a:lstStyle/>
        <a:p>
          <a:endParaRPr lang="en-US"/>
        </a:p>
      </dgm:t>
    </dgm:pt>
    <dgm:pt modelId="{41E55F3B-2B29-485E-B13C-B79F8CBF618C}">
      <dgm:prSet custT="1"/>
      <dgm:spPr/>
      <dgm:t>
        <a:bodyPr/>
        <a:lstStyle/>
        <a:p>
          <a:r>
            <a:rPr lang="vi-VN" sz="1500" kern="1200" dirty="0">
              <a:latin typeface="+mj-lt"/>
            </a:rPr>
            <a:t>Gợi ý món ăn phù hợp dựa trên thông </a:t>
          </a:r>
          <a:r>
            <a:rPr lang="vi-VN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tin </a:t>
          </a:r>
          <a:r>
            <a:rPr lang="en-US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user </a:t>
          </a:r>
          <a:r>
            <a:rPr lang="en-US" sz="1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cung</a:t>
          </a:r>
          <a:r>
            <a:rPr lang="en-US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 </a:t>
          </a:r>
          <a:r>
            <a:rPr lang="en-US" sz="1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cấp</a:t>
          </a:r>
          <a:r>
            <a:rPr lang="vi-VN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 </a:t>
          </a:r>
          <a:r>
            <a:rPr lang="vi-VN" sz="1500" kern="1200" dirty="0">
              <a:latin typeface="+mj-lt"/>
            </a:rPr>
            <a:t>(ví dụ: sở thích, chế độ ăn, dị ứng thực phẩm...).</a:t>
          </a:r>
          <a:endParaRPr lang="en-US" sz="1500" kern="1200" dirty="0">
            <a:latin typeface="+mj-lt"/>
          </a:endParaRPr>
        </a:p>
      </dgm:t>
    </dgm:pt>
    <dgm:pt modelId="{A57EB195-916B-4C69-BE26-B34D6A7D0586}" type="parTrans" cxnId="{2D331CF5-D79A-4316-8CC1-522F44D7522A}">
      <dgm:prSet/>
      <dgm:spPr/>
      <dgm:t>
        <a:bodyPr/>
        <a:lstStyle/>
        <a:p>
          <a:endParaRPr lang="en-US"/>
        </a:p>
      </dgm:t>
    </dgm:pt>
    <dgm:pt modelId="{AF3742FF-9CCF-4807-9539-D51AF1EE0601}" type="sibTrans" cxnId="{2D331CF5-D79A-4316-8CC1-522F44D7522A}">
      <dgm:prSet/>
      <dgm:spPr/>
      <dgm:t>
        <a:bodyPr/>
        <a:lstStyle/>
        <a:p>
          <a:endParaRPr lang="en-US"/>
        </a:p>
      </dgm:t>
    </dgm:pt>
    <dgm:pt modelId="{F1AA68DF-2F00-4E96-93D9-F5F0A90F4459}">
      <dgm:prSet/>
      <dgm:spPr/>
      <dgm:t>
        <a:bodyPr/>
        <a:lstStyle/>
        <a:p>
          <a:r>
            <a:rPr lang="vi-VN" sz="1500" kern="1200" dirty="0">
              <a:latin typeface="+mj-lt"/>
            </a:rPr>
            <a:t>Hướng dẫn nấu ăn chi tiết cho từng món được đề xuất, giúp người dùng dễ dàng thực hiện theo.</a:t>
          </a:r>
          <a:endParaRPr lang="en-US" sz="1500" kern="1200" dirty="0">
            <a:latin typeface="+mj-lt"/>
          </a:endParaRPr>
        </a:p>
      </dgm:t>
    </dgm:pt>
    <dgm:pt modelId="{08608B49-DCFC-4DB1-AF71-B93482F1B723}" type="parTrans" cxnId="{E5E47230-39CF-4230-A4E8-9731CC4B9D01}">
      <dgm:prSet/>
      <dgm:spPr/>
      <dgm:t>
        <a:bodyPr/>
        <a:lstStyle/>
        <a:p>
          <a:endParaRPr lang="en-US"/>
        </a:p>
      </dgm:t>
    </dgm:pt>
    <dgm:pt modelId="{331D8B0E-E994-4E03-8F76-A65C78767639}" type="sibTrans" cxnId="{E5E47230-39CF-4230-A4E8-9731CC4B9D01}">
      <dgm:prSet/>
      <dgm:spPr/>
      <dgm:t>
        <a:bodyPr/>
        <a:lstStyle/>
        <a:p>
          <a:endParaRPr lang="en-US"/>
        </a:p>
      </dgm:t>
    </dgm:pt>
    <dgm:pt modelId="{0E3F85EC-078A-41FA-9B98-93E64FE6C465}">
      <dgm:prSet/>
      <dgm:spPr/>
      <dgm:t>
        <a:bodyPr/>
        <a:lstStyle/>
        <a:p>
          <a:r>
            <a:rPr lang="vi-VN" dirty="0">
              <a:latin typeface="+mj-lt"/>
            </a:rPr>
            <a:t>Workshop 02: Mở rộng tính năng với khả năng </a:t>
          </a:r>
          <a:r>
            <a:rPr lang="vi-VN" b="1" i="1" u="none" dirty="0">
              <a:latin typeface="+mj-lt"/>
            </a:rPr>
            <a:t>hiển thị lượng calories</a:t>
          </a:r>
          <a:r>
            <a:rPr lang="vi-VN" dirty="0">
              <a:latin typeface="+mj-lt"/>
            </a:rPr>
            <a:t> của từng món ăn.</a:t>
          </a:r>
          <a:r>
            <a:rPr lang="en-US" dirty="0">
              <a:latin typeface="+mj-lt"/>
            </a:rPr>
            <a:t> </a:t>
          </a:r>
        </a:p>
      </dgm:t>
    </dgm:pt>
    <dgm:pt modelId="{A8EE2259-B5CB-4E37-8A3A-6D288270F08C}" type="parTrans" cxnId="{63C8F1D7-EC88-48E5-984D-44887BF2B2F9}">
      <dgm:prSet/>
      <dgm:spPr/>
      <dgm:t>
        <a:bodyPr/>
        <a:lstStyle/>
        <a:p>
          <a:endParaRPr lang="en-US"/>
        </a:p>
      </dgm:t>
    </dgm:pt>
    <dgm:pt modelId="{7EB27D67-F253-4646-A805-84C46B4D37C8}" type="sibTrans" cxnId="{63C8F1D7-EC88-48E5-984D-44887BF2B2F9}">
      <dgm:prSet/>
      <dgm:spPr/>
      <dgm:t>
        <a:bodyPr/>
        <a:lstStyle/>
        <a:p>
          <a:endParaRPr lang="en-US"/>
        </a:p>
      </dgm:t>
    </dgm:pt>
    <dgm:pt modelId="{985A2FAE-83CE-484E-B0BB-5041FE1376B2}">
      <dgm:prSet custT="1"/>
      <dgm:spPr/>
      <dgm:t>
        <a:bodyPr/>
        <a:lstStyle/>
        <a:p>
          <a:r>
            <a:rPr lang="vi-VN" sz="1500" dirty="0">
              <a:latin typeface="+mj-lt"/>
            </a:rPr>
            <a:t>Sử dụng </a:t>
          </a:r>
          <a:r>
            <a:rPr lang="vi-VN" sz="1500" b="1" dirty="0">
              <a:latin typeface="+mj-lt"/>
            </a:rPr>
            <a:t>cơ sở dữ liệu về hàm lượng calories </a:t>
          </a:r>
          <a:r>
            <a:rPr lang="vi-VN" sz="1500" dirty="0">
              <a:latin typeface="+mj-lt"/>
            </a:rPr>
            <a:t>của từng nguyên liệu.</a:t>
          </a:r>
          <a:r>
            <a:rPr lang="en-US" sz="1500" dirty="0">
              <a:latin typeface="+mj-lt"/>
            </a:rPr>
            <a:t> </a:t>
          </a:r>
          <a:r>
            <a:rPr lang="vi-VN" sz="1500" dirty="0">
              <a:latin typeface="+mj-lt"/>
            </a:rPr>
            <a:t>Xây dựng </a:t>
          </a:r>
          <a:r>
            <a:rPr lang="vi-VN" sz="1500" b="1" dirty="0">
              <a:latin typeface="+mj-lt"/>
            </a:rPr>
            <a:t>hàm tính toán tổng lượng calories </a:t>
          </a:r>
          <a:r>
            <a:rPr lang="vi-VN" sz="1500" dirty="0">
              <a:latin typeface="+mj-lt"/>
            </a:rPr>
            <a:t>dựa trên công thức món ăn, để cung cấp thông tin chính xác</a:t>
          </a:r>
          <a:r>
            <a:rPr lang="en-US" sz="1500" dirty="0">
              <a:latin typeface="+mj-lt"/>
            </a:rPr>
            <a:t>.</a:t>
          </a:r>
        </a:p>
      </dgm:t>
    </dgm:pt>
    <dgm:pt modelId="{4381E9A1-70E4-46CF-9539-7A84F716FDC2}" type="sibTrans" cxnId="{7C2ABEE7-E3FB-4907-B698-7726A2D4D3A1}">
      <dgm:prSet/>
      <dgm:spPr/>
      <dgm:t>
        <a:bodyPr/>
        <a:lstStyle/>
        <a:p>
          <a:endParaRPr lang="en-US"/>
        </a:p>
      </dgm:t>
    </dgm:pt>
    <dgm:pt modelId="{E95C8C05-F66C-4744-B5F2-73B560B9A96A}" type="parTrans" cxnId="{7C2ABEE7-E3FB-4907-B698-7726A2D4D3A1}">
      <dgm:prSet/>
      <dgm:spPr/>
      <dgm:t>
        <a:bodyPr/>
        <a:lstStyle/>
        <a:p>
          <a:endParaRPr lang="en-US"/>
        </a:p>
      </dgm:t>
    </dgm:pt>
    <dgm:pt modelId="{D6449F06-91DA-471D-8396-8A759D26CA2A}" type="pres">
      <dgm:prSet presAssocID="{D2BC16F2-A5CD-4EC0-BD10-B963323981A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4BBD28-3859-4F02-BC56-1549F45E0A5F}" type="pres">
      <dgm:prSet presAssocID="{F972859A-245F-4FA1-9A99-22F9421B8FA7}" presName="linNode" presStyleCnt="0"/>
      <dgm:spPr/>
    </dgm:pt>
    <dgm:pt modelId="{B564B579-B1FA-41BE-A5E9-CDFA0CCDC610}" type="pres">
      <dgm:prSet presAssocID="{F972859A-245F-4FA1-9A99-22F9421B8FA7}" presName="parentText" presStyleLbl="alignNode1" presStyleIdx="0" presStyleCnt="2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BD7A3C48-0E65-4285-8FF7-0DA19992AF8E}" type="pres">
      <dgm:prSet presAssocID="{F972859A-245F-4FA1-9A99-22F9421B8FA7}" presName="descendantText" presStyleLbl="alignAccFollowNode1" presStyleIdx="0" presStyleCnt="2" custLinFactNeighborX="-2247" custLinFactNeighborY="-18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  <dgm:pt modelId="{81FC1B0D-8FAF-4F31-B022-8E152499EFA6}" type="pres">
      <dgm:prSet presAssocID="{DF45DD3C-A104-41E4-883D-18FCA460DF61}" presName="sp" presStyleCnt="0"/>
      <dgm:spPr/>
    </dgm:pt>
    <dgm:pt modelId="{D1F89941-5368-441E-B590-44D0A9F276E5}" type="pres">
      <dgm:prSet presAssocID="{0E3F85EC-078A-41FA-9B98-93E64FE6C465}" presName="linNode" presStyleCnt="0"/>
      <dgm:spPr/>
    </dgm:pt>
    <dgm:pt modelId="{A5ED7534-DC88-49DF-BA1E-A25DFD31C512}" type="pres">
      <dgm:prSet presAssocID="{0E3F85EC-078A-41FA-9B98-93E64FE6C465}" presName="parentText" presStyleLbl="alignNode1" presStyleIdx="1" presStyleCnt="2">
        <dgm:presLayoutVars>
          <dgm:chMax val="1"/>
          <dgm:bulletEnabled/>
        </dgm:presLayoutVars>
      </dgm:prSet>
      <dgm:spPr/>
      <dgm:t>
        <a:bodyPr/>
        <a:lstStyle/>
        <a:p>
          <a:endParaRPr lang="en-US"/>
        </a:p>
      </dgm:t>
    </dgm:pt>
    <dgm:pt modelId="{D0EAF1FD-5F3A-40BC-A414-79E7163DFCE9}" type="pres">
      <dgm:prSet presAssocID="{0E3F85EC-078A-41FA-9B98-93E64FE6C465}" presName="descendantText" presStyleLbl="alignAccFollowNode1" presStyleIdx="1" presStyleCnt="2">
        <dgm:presLayoutVars>
          <dgm:bulletEnabled/>
        </dgm:presLayoutVars>
      </dgm:prSet>
      <dgm:spPr/>
      <dgm:t>
        <a:bodyPr/>
        <a:lstStyle/>
        <a:p>
          <a:endParaRPr lang="en-US"/>
        </a:p>
      </dgm:t>
    </dgm:pt>
  </dgm:ptLst>
  <dgm:cxnLst>
    <dgm:cxn modelId="{77676A47-E1FB-4B11-8080-0EC05818A11B}" type="presOf" srcId="{F1AA68DF-2F00-4E96-93D9-F5F0A90F4459}" destId="{BD7A3C48-0E65-4285-8FF7-0DA19992AF8E}" srcOrd="0" destOrd="1" presId="urn:microsoft.com/office/officeart/2016/7/layout/VerticalSolidActionList"/>
    <dgm:cxn modelId="{292163BC-2786-45CE-9C48-9A23D80C243F}" type="presOf" srcId="{D2BC16F2-A5CD-4EC0-BD10-B963323981A1}" destId="{D6449F06-91DA-471D-8396-8A759D26CA2A}" srcOrd="0" destOrd="0" presId="urn:microsoft.com/office/officeart/2016/7/layout/VerticalSolidActionList"/>
    <dgm:cxn modelId="{53E8F182-7503-41E7-BF32-8518312586E4}" type="presOf" srcId="{0E3F85EC-078A-41FA-9B98-93E64FE6C465}" destId="{A5ED7534-DC88-49DF-BA1E-A25DFD31C512}" srcOrd="0" destOrd="0" presId="urn:microsoft.com/office/officeart/2016/7/layout/VerticalSolidActionList"/>
    <dgm:cxn modelId="{B0C9AA1F-7D8C-445F-ADFC-AEEE1BFA3EF1}" type="presOf" srcId="{F972859A-245F-4FA1-9A99-22F9421B8FA7}" destId="{B564B579-B1FA-41BE-A5E9-CDFA0CCDC610}" srcOrd="0" destOrd="0" presId="urn:microsoft.com/office/officeart/2016/7/layout/VerticalSolidActionList"/>
    <dgm:cxn modelId="{895E3868-7757-496E-ABFF-3188F23AC4A7}" srcId="{D2BC16F2-A5CD-4EC0-BD10-B963323981A1}" destId="{F972859A-245F-4FA1-9A99-22F9421B8FA7}" srcOrd="0" destOrd="0" parTransId="{31FEC7C8-BEA6-43F1-96D4-DA289ADF4FEC}" sibTransId="{DF45DD3C-A104-41E4-883D-18FCA460DF61}"/>
    <dgm:cxn modelId="{E5E47230-39CF-4230-A4E8-9731CC4B9D01}" srcId="{F972859A-245F-4FA1-9A99-22F9421B8FA7}" destId="{F1AA68DF-2F00-4E96-93D9-F5F0A90F4459}" srcOrd="1" destOrd="0" parTransId="{08608B49-DCFC-4DB1-AF71-B93482F1B723}" sibTransId="{331D8B0E-E994-4E03-8F76-A65C78767639}"/>
    <dgm:cxn modelId="{F8007944-3683-47C5-863A-5D0CA9E8604C}" type="presOf" srcId="{985A2FAE-83CE-484E-B0BB-5041FE1376B2}" destId="{D0EAF1FD-5F3A-40BC-A414-79E7163DFCE9}" srcOrd="0" destOrd="0" presId="urn:microsoft.com/office/officeart/2016/7/layout/VerticalSolidActionList"/>
    <dgm:cxn modelId="{63C8F1D7-EC88-48E5-984D-44887BF2B2F9}" srcId="{D2BC16F2-A5CD-4EC0-BD10-B963323981A1}" destId="{0E3F85EC-078A-41FA-9B98-93E64FE6C465}" srcOrd="1" destOrd="0" parTransId="{A8EE2259-B5CB-4E37-8A3A-6D288270F08C}" sibTransId="{7EB27D67-F253-4646-A805-84C46B4D37C8}"/>
    <dgm:cxn modelId="{48E55DA2-C3A2-4AAC-BB1E-C031E7AD12F1}" type="presOf" srcId="{41E55F3B-2B29-485E-B13C-B79F8CBF618C}" destId="{BD7A3C48-0E65-4285-8FF7-0DA19992AF8E}" srcOrd="0" destOrd="0" presId="urn:microsoft.com/office/officeart/2016/7/layout/VerticalSolidActionList"/>
    <dgm:cxn modelId="{2D331CF5-D79A-4316-8CC1-522F44D7522A}" srcId="{F972859A-245F-4FA1-9A99-22F9421B8FA7}" destId="{41E55F3B-2B29-485E-B13C-B79F8CBF618C}" srcOrd="0" destOrd="0" parTransId="{A57EB195-916B-4C69-BE26-B34D6A7D0586}" sibTransId="{AF3742FF-9CCF-4807-9539-D51AF1EE0601}"/>
    <dgm:cxn modelId="{7C2ABEE7-E3FB-4907-B698-7726A2D4D3A1}" srcId="{0E3F85EC-078A-41FA-9B98-93E64FE6C465}" destId="{985A2FAE-83CE-484E-B0BB-5041FE1376B2}" srcOrd="0" destOrd="0" parTransId="{E95C8C05-F66C-4744-B5F2-73B560B9A96A}" sibTransId="{4381E9A1-70E4-46CF-9539-7A84F716FDC2}"/>
    <dgm:cxn modelId="{CF1173D7-1EC1-4967-BBDD-DA6417D2E5F0}" type="presParOf" srcId="{D6449F06-91DA-471D-8396-8A759D26CA2A}" destId="{ED4BBD28-3859-4F02-BC56-1549F45E0A5F}" srcOrd="0" destOrd="0" presId="urn:microsoft.com/office/officeart/2016/7/layout/VerticalSolidActionList"/>
    <dgm:cxn modelId="{F4D8B34F-4A7D-4239-ADEA-648931C85CFA}" type="presParOf" srcId="{ED4BBD28-3859-4F02-BC56-1549F45E0A5F}" destId="{B564B579-B1FA-41BE-A5E9-CDFA0CCDC610}" srcOrd="0" destOrd="0" presId="urn:microsoft.com/office/officeart/2016/7/layout/VerticalSolidActionList"/>
    <dgm:cxn modelId="{3ACE3379-2400-40F7-974C-26F0C3012734}" type="presParOf" srcId="{ED4BBD28-3859-4F02-BC56-1549F45E0A5F}" destId="{BD7A3C48-0E65-4285-8FF7-0DA19992AF8E}" srcOrd="1" destOrd="0" presId="urn:microsoft.com/office/officeart/2016/7/layout/VerticalSolidActionList"/>
    <dgm:cxn modelId="{8289693D-3A79-449C-A50C-0CF06EE30F4A}" type="presParOf" srcId="{D6449F06-91DA-471D-8396-8A759D26CA2A}" destId="{81FC1B0D-8FAF-4F31-B022-8E152499EFA6}" srcOrd="1" destOrd="0" presId="urn:microsoft.com/office/officeart/2016/7/layout/VerticalSolidActionList"/>
    <dgm:cxn modelId="{5F83723D-13DD-4301-832F-342C31CE7BA7}" type="presParOf" srcId="{D6449F06-91DA-471D-8396-8A759D26CA2A}" destId="{D1F89941-5368-441E-B590-44D0A9F276E5}" srcOrd="2" destOrd="0" presId="urn:microsoft.com/office/officeart/2016/7/layout/VerticalSolidActionList"/>
    <dgm:cxn modelId="{DC2550B4-B784-493F-BDDC-F3318EA8DF10}" type="presParOf" srcId="{D1F89941-5368-441E-B590-44D0A9F276E5}" destId="{A5ED7534-DC88-49DF-BA1E-A25DFD31C512}" srcOrd="0" destOrd="0" presId="urn:microsoft.com/office/officeart/2016/7/layout/VerticalSolidActionList"/>
    <dgm:cxn modelId="{04A31871-EEAC-479B-A331-6EC1295F9409}" type="presParOf" srcId="{D1F89941-5368-441E-B590-44D0A9F276E5}" destId="{D0EAF1FD-5F3A-40BC-A414-79E7163DFCE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F2BEF8-F002-405A-B614-D00D894247E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746B0AC-BCC8-496C-BF1A-02DBC74C1FC0}">
      <dgm:prSet custT="1"/>
      <dgm:spPr/>
      <dgm:t>
        <a:bodyPr/>
        <a:lstStyle/>
        <a:p>
          <a:pPr algn="ctr">
            <a:lnSpc>
              <a:spcPct val="100000"/>
            </a:lnSpc>
            <a:defRPr cap="all"/>
          </a:pPr>
          <a:r>
            <a:rPr lang="en-US" sz="1400" kern="1200" dirty="0"/>
            <a:t>RQM1 – Suggest Dish</a:t>
          </a:r>
          <a:endParaRPr lang="en-US" sz="1400" kern="1200" cap="all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algn="l">
            <a:lnSpc>
              <a:spcPct val="100000"/>
            </a:lnSpc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- </a:t>
          </a:r>
          <a:r>
            <a:rPr lang="vi-VN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GỢI Ý MÓN ĂN PHÙ HỢP VỚI THÔNG TIN NGƯỜI DÙNG</a:t>
          </a:r>
          <a:endParaRPr lang="en-US" sz="1400" kern="1200" cap="all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algn="l">
            <a:lnSpc>
              <a:spcPct val="100000"/>
            </a:lnSpc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- </a:t>
          </a:r>
          <a:r>
            <a:rPr lang="vi-VN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LƯỢNG CALORIES CỦA TỪNG MÓN</a:t>
          </a:r>
          <a:endParaRPr lang="en-US" sz="1400" kern="1200" cap="all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E9CF2A7C-B70C-4E4B-90D9-359AB37FC5DE}" type="parTrans" cxnId="{E4C3A76D-62BE-4324-8FCE-A91CF180EB4D}">
      <dgm:prSet/>
      <dgm:spPr/>
      <dgm:t>
        <a:bodyPr/>
        <a:lstStyle/>
        <a:p>
          <a:endParaRPr lang="en-US"/>
        </a:p>
      </dgm:t>
    </dgm:pt>
    <dgm:pt modelId="{F1C7FFE4-CAB9-4EDD-9C35-854EF9FD46D5}" type="sibTrans" cxnId="{E4C3A76D-62BE-4324-8FCE-A91CF180EB4D}">
      <dgm:prSet/>
      <dgm:spPr/>
      <dgm:t>
        <a:bodyPr/>
        <a:lstStyle/>
        <a:p>
          <a:endParaRPr lang="en-US"/>
        </a:p>
      </dgm:t>
    </dgm:pt>
    <dgm:pt modelId="{7CF0C8B0-9B9B-40F7-9DCE-664404635AC5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RQM2 – Cooking Guide</a:t>
          </a:r>
        </a:p>
        <a:p>
          <a:pPr>
            <a:lnSpc>
              <a:spcPct val="100000"/>
            </a:lnSpc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-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Hướng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dẫn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cách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nấu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món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ăn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cụ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thể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.</a:t>
          </a:r>
        </a:p>
      </dgm:t>
    </dgm:pt>
    <dgm:pt modelId="{70C291B7-EEB1-420F-93DE-0655BA7F8586}" type="parTrans" cxnId="{F4353293-591B-4A48-AD5D-397A8FAFB6CE}">
      <dgm:prSet/>
      <dgm:spPr/>
      <dgm:t>
        <a:bodyPr/>
        <a:lstStyle/>
        <a:p>
          <a:endParaRPr lang="en-US"/>
        </a:p>
      </dgm:t>
    </dgm:pt>
    <dgm:pt modelId="{3157FEFB-C31C-45ED-861E-AF1022EA59A1}" type="sibTrans" cxnId="{F4353293-591B-4A48-AD5D-397A8FAFB6CE}">
      <dgm:prSet/>
      <dgm:spPr/>
      <dgm:t>
        <a:bodyPr/>
        <a:lstStyle/>
        <a:p>
          <a:endParaRPr lang="en-US"/>
        </a:p>
      </dgm:t>
    </dgm:pt>
    <dgm:pt modelId="{E48C0805-4F6B-4BFC-A4B7-8C08467078FE}" type="pres">
      <dgm:prSet presAssocID="{BFF2BEF8-F002-405A-B614-D00D894247E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78FC91C-A9B2-43FE-803B-3418139DB82F}" type="pres">
      <dgm:prSet presAssocID="{F746B0AC-BCC8-496C-BF1A-02DBC74C1FC0}" presName="compNode" presStyleCnt="0"/>
      <dgm:spPr/>
    </dgm:pt>
    <dgm:pt modelId="{454839AF-AF3E-4494-9545-81625E675691}" type="pres">
      <dgm:prSet presAssocID="{F746B0AC-BCC8-496C-BF1A-02DBC74C1FC0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A4B6204B-2DA0-4B82-95FD-57435771F3E2}" type="pres">
      <dgm:prSet presAssocID="{F746B0AC-BCC8-496C-BF1A-02DBC74C1FC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ke slice"/>
        </a:ext>
      </dgm:extLst>
    </dgm:pt>
    <dgm:pt modelId="{436C3C42-BAC9-4F5B-A433-782B6BC67DA9}" type="pres">
      <dgm:prSet presAssocID="{F746B0AC-BCC8-496C-BF1A-02DBC74C1FC0}" presName="spaceRect" presStyleCnt="0"/>
      <dgm:spPr/>
    </dgm:pt>
    <dgm:pt modelId="{5959BCF5-9C0A-447E-AAD7-23C8D17D13B0}" type="pres">
      <dgm:prSet presAssocID="{F746B0AC-BCC8-496C-BF1A-02DBC74C1FC0}" presName="textRect" presStyleLbl="revTx" presStyleIdx="0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1B8572D-F3E7-4436-8597-A96BB31A185B}" type="pres">
      <dgm:prSet presAssocID="{F1C7FFE4-CAB9-4EDD-9C35-854EF9FD46D5}" presName="sibTrans" presStyleCnt="0"/>
      <dgm:spPr/>
    </dgm:pt>
    <dgm:pt modelId="{DFEB594E-97E6-4AEC-AB8F-FDADBF9E063C}" type="pres">
      <dgm:prSet presAssocID="{7CF0C8B0-9B9B-40F7-9DCE-664404635AC5}" presName="compNode" presStyleCnt="0"/>
      <dgm:spPr/>
    </dgm:pt>
    <dgm:pt modelId="{622B481F-4C75-447C-9CFD-21E6C84CDC7C}" type="pres">
      <dgm:prSet presAssocID="{7CF0C8B0-9B9B-40F7-9DCE-664404635AC5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BB4EA03-12D5-4555-AD47-41C213DBDC52}" type="pres">
      <dgm:prSet presAssocID="{7CF0C8B0-9B9B-40F7-9DCE-664404635AC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08A43953-2416-41F9-BF07-CE5E576CE793}" type="pres">
      <dgm:prSet presAssocID="{7CF0C8B0-9B9B-40F7-9DCE-664404635AC5}" presName="spaceRect" presStyleCnt="0"/>
      <dgm:spPr/>
    </dgm:pt>
    <dgm:pt modelId="{AD43A56E-DEAC-485E-8998-7B50D17D046D}" type="pres">
      <dgm:prSet presAssocID="{7CF0C8B0-9B9B-40F7-9DCE-664404635AC5}" presName="textRect" presStyleLbl="revTx" presStyleIdx="1" presStyleCnt="2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4C3A76D-62BE-4324-8FCE-A91CF180EB4D}" srcId="{BFF2BEF8-F002-405A-B614-D00D894247E5}" destId="{F746B0AC-BCC8-496C-BF1A-02DBC74C1FC0}" srcOrd="0" destOrd="0" parTransId="{E9CF2A7C-B70C-4E4B-90D9-359AB37FC5DE}" sibTransId="{F1C7FFE4-CAB9-4EDD-9C35-854EF9FD46D5}"/>
    <dgm:cxn modelId="{F4353293-591B-4A48-AD5D-397A8FAFB6CE}" srcId="{BFF2BEF8-F002-405A-B614-D00D894247E5}" destId="{7CF0C8B0-9B9B-40F7-9DCE-664404635AC5}" srcOrd="1" destOrd="0" parTransId="{70C291B7-EEB1-420F-93DE-0655BA7F8586}" sibTransId="{3157FEFB-C31C-45ED-861E-AF1022EA59A1}"/>
    <dgm:cxn modelId="{BE6C4834-4587-4711-8DFD-7CAFD42746D8}" type="presOf" srcId="{7CF0C8B0-9B9B-40F7-9DCE-664404635AC5}" destId="{AD43A56E-DEAC-485E-8998-7B50D17D046D}" srcOrd="0" destOrd="0" presId="urn:microsoft.com/office/officeart/2018/5/layout/IconLeafLabelList"/>
    <dgm:cxn modelId="{29E2D8A8-DBB5-4E3E-9496-4374247E837F}" type="presOf" srcId="{BFF2BEF8-F002-405A-B614-D00D894247E5}" destId="{E48C0805-4F6B-4BFC-A4B7-8C08467078FE}" srcOrd="0" destOrd="0" presId="urn:microsoft.com/office/officeart/2018/5/layout/IconLeafLabelList"/>
    <dgm:cxn modelId="{0F0316DF-6151-4DCE-BB70-003B4C03FFC8}" type="presOf" srcId="{F746B0AC-BCC8-496C-BF1A-02DBC74C1FC0}" destId="{5959BCF5-9C0A-447E-AAD7-23C8D17D13B0}" srcOrd="0" destOrd="0" presId="urn:microsoft.com/office/officeart/2018/5/layout/IconLeafLabelList"/>
    <dgm:cxn modelId="{7336B3BB-2CC9-4020-982C-8BBD7164517D}" type="presParOf" srcId="{E48C0805-4F6B-4BFC-A4B7-8C08467078FE}" destId="{278FC91C-A9B2-43FE-803B-3418139DB82F}" srcOrd="0" destOrd="0" presId="urn:microsoft.com/office/officeart/2018/5/layout/IconLeafLabelList"/>
    <dgm:cxn modelId="{272B342F-5C17-43E1-BF3E-1150DAA8E279}" type="presParOf" srcId="{278FC91C-A9B2-43FE-803B-3418139DB82F}" destId="{454839AF-AF3E-4494-9545-81625E675691}" srcOrd="0" destOrd="0" presId="urn:microsoft.com/office/officeart/2018/5/layout/IconLeafLabelList"/>
    <dgm:cxn modelId="{D71CBCC2-513F-475C-9DEC-9DD373A47503}" type="presParOf" srcId="{278FC91C-A9B2-43FE-803B-3418139DB82F}" destId="{A4B6204B-2DA0-4B82-95FD-57435771F3E2}" srcOrd="1" destOrd="0" presId="urn:microsoft.com/office/officeart/2018/5/layout/IconLeafLabelList"/>
    <dgm:cxn modelId="{256A30A9-3269-405A-8493-1F0AE59AE343}" type="presParOf" srcId="{278FC91C-A9B2-43FE-803B-3418139DB82F}" destId="{436C3C42-BAC9-4F5B-A433-782B6BC67DA9}" srcOrd="2" destOrd="0" presId="urn:microsoft.com/office/officeart/2018/5/layout/IconLeafLabelList"/>
    <dgm:cxn modelId="{47CF27E4-3AB0-4CA9-9089-E537B928D044}" type="presParOf" srcId="{278FC91C-A9B2-43FE-803B-3418139DB82F}" destId="{5959BCF5-9C0A-447E-AAD7-23C8D17D13B0}" srcOrd="3" destOrd="0" presId="urn:microsoft.com/office/officeart/2018/5/layout/IconLeafLabelList"/>
    <dgm:cxn modelId="{191506FD-AD8A-4D5F-AB9A-2AA84C7DA164}" type="presParOf" srcId="{E48C0805-4F6B-4BFC-A4B7-8C08467078FE}" destId="{61B8572D-F3E7-4436-8597-A96BB31A185B}" srcOrd="1" destOrd="0" presId="urn:microsoft.com/office/officeart/2018/5/layout/IconLeafLabelList"/>
    <dgm:cxn modelId="{76EB75F0-6E3F-48A0-80CA-DF2CA0666A28}" type="presParOf" srcId="{E48C0805-4F6B-4BFC-A4B7-8C08467078FE}" destId="{DFEB594E-97E6-4AEC-AB8F-FDADBF9E063C}" srcOrd="2" destOrd="0" presId="urn:microsoft.com/office/officeart/2018/5/layout/IconLeafLabelList"/>
    <dgm:cxn modelId="{ECE7B768-EADE-48EB-B8E5-E946F104503F}" type="presParOf" srcId="{DFEB594E-97E6-4AEC-AB8F-FDADBF9E063C}" destId="{622B481F-4C75-447C-9CFD-21E6C84CDC7C}" srcOrd="0" destOrd="0" presId="urn:microsoft.com/office/officeart/2018/5/layout/IconLeafLabelList"/>
    <dgm:cxn modelId="{0847A6AE-453E-434F-B63F-FF1EA870ABF8}" type="presParOf" srcId="{DFEB594E-97E6-4AEC-AB8F-FDADBF9E063C}" destId="{7BB4EA03-12D5-4555-AD47-41C213DBDC52}" srcOrd="1" destOrd="0" presId="urn:microsoft.com/office/officeart/2018/5/layout/IconLeafLabelList"/>
    <dgm:cxn modelId="{54F959D3-C0E0-46E5-AF26-3FAB6F14DC6A}" type="presParOf" srcId="{DFEB594E-97E6-4AEC-AB8F-FDADBF9E063C}" destId="{08A43953-2416-41F9-BF07-CE5E576CE793}" srcOrd="2" destOrd="0" presId="urn:microsoft.com/office/officeart/2018/5/layout/IconLeafLabelList"/>
    <dgm:cxn modelId="{7EF319D9-5EAF-4E09-A6AA-7443D99D1946}" type="presParOf" srcId="{DFEB594E-97E6-4AEC-AB8F-FDADBF9E063C}" destId="{AD43A56E-DEAC-485E-8998-7B50D17D046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640433-0B5F-4ED5-AA47-806595D08FF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B4FFAA-F87F-49C5-97BB-64A0752373C8}">
      <dgm:prSet/>
      <dgm:spPr/>
      <dgm:t>
        <a:bodyPr/>
        <a:lstStyle/>
        <a:p>
          <a:r>
            <a:rPr lang="en-US"/>
            <a:t>Bot hướng dẫn chi tiết cách nấu món user yêu cầu:</a:t>
          </a:r>
        </a:p>
      </dgm:t>
    </dgm:pt>
    <dgm:pt modelId="{7230105D-2F71-4A3E-90EB-61462C6029C9}" type="parTrans" cxnId="{3A1643B3-9E6B-4430-A781-8D25B7374375}">
      <dgm:prSet/>
      <dgm:spPr/>
      <dgm:t>
        <a:bodyPr/>
        <a:lstStyle/>
        <a:p>
          <a:endParaRPr lang="en-US"/>
        </a:p>
      </dgm:t>
    </dgm:pt>
    <dgm:pt modelId="{E68CED43-100E-4EAF-878D-62670739CBBD}" type="sibTrans" cxnId="{3A1643B3-9E6B-4430-A781-8D25B7374375}">
      <dgm:prSet/>
      <dgm:spPr/>
      <dgm:t>
        <a:bodyPr/>
        <a:lstStyle/>
        <a:p>
          <a:endParaRPr lang="en-US"/>
        </a:p>
      </dgm:t>
    </dgm:pt>
    <dgm:pt modelId="{A0A0DA25-E89E-4EDC-B8D8-6EEA49F1D2CB}">
      <dgm:prSet/>
      <dgm:spPr/>
      <dgm:t>
        <a:bodyPr/>
        <a:lstStyle/>
        <a:p>
          <a:r>
            <a:rPr lang="en-US"/>
            <a:t>- Danh sách nguyên liệu &amp; định lượng.</a:t>
          </a:r>
        </a:p>
      </dgm:t>
    </dgm:pt>
    <dgm:pt modelId="{7A0804E7-0C12-425F-B2A4-0210C5642AF2}" type="parTrans" cxnId="{8A6A47E2-33C6-4B39-9904-0C6AC2F4CF8E}">
      <dgm:prSet/>
      <dgm:spPr/>
      <dgm:t>
        <a:bodyPr/>
        <a:lstStyle/>
        <a:p>
          <a:endParaRPr lang="en-US"/>
        </a:p>
      </dgm:t>
    </dgm:pt>
    <dgm:pt modelId="{024A1D34-00D8-47D6-B36F-D3412C8182BE}" type="sibTrans" cxnId="{8A6A47E2-33C6-4B39-9904-0C6AC2F4CF8E}">
      <dgm:prSet/>
      <dgm:spPr/>
      <dgm:t>
        <a:bodyPr/>
        <a:lstStyle/>
        <a:p>
          <a:endParaRPr lang="en-US"/>
        </a:p>
      </dgm:t>
    </dgm:pt>
    <dgm:pt modelId="{512E922D-917E-4AC7-B162-FDAE0B8AFB75}">
      <dgm:prSet/>
      <dgm:spPr/>
      <dgm:t>
        <a:bodyPr/>
        <a:lstStyle/>
        <a:p>
          <a:r>
            <a:rPr lang="en-US"/>
            <a:t>- Các bước chế biến rõ ràng.</a:t>
          </a:r>
        </a:p>
      </dgm:t>
    </dgm:pt>
    <dgm:pt modelId="{157F185E-5C6E-4A1E-A20A-91CD8DB83F73}" type="parTrans" cxnId="{2C689F3D-05A0-4BF0-B311-5ACDA5EE3EE1}">
      <dgm:prSet/>
      <dgm:spPr/>
      <dgm:t>
        <a:bodyPr/>
        <a:lstStyle/>
        <a:p>
          <a:endParaRPr lang="en-US"/>
        </a:p>
      </dgm:t>
    </dgm:pt>
    <dgm:pt modelId="{D0FACBEF-18D9-4DE7-B094-0615318F9883}" type="sibTrans" cxnId="{2C689F3D-05A0-4BF0-B311-5ACDA5EE3EE1}">
      <dgm:prSet/>
      <dgm:spPr/>
      <dgm:t>
        <a:bodyPr/>
        <a:lstStyle/>
        <a:p>
          <a:endParaRPr lang="en-US"/>
        </a:p>
      </dgm:t>
    </dgm:pt>
    <dgm:pt modelId="{0858F1BC-7A39-4883-BC29-B9298D058DB1}">
      <dgm:prSet/>
      <dgm:spPr/>
      <dgm:t>
        <a:bodyPr/>
        <a:lstStyle/>
        <a:p>
          <a:r>
            <a:rPr lang="en-US"/>
            <a:t>- Thời gian nấu &amp; mẹo trình bày.</a:t>
          </a:r>
        </a:p>
      </dgm:t>
    </dgm:pt>
    <dgm:pt modelId="{43A03D03-2B73-4E12-A630-A835CD45DB05}" type="parTrans" cxnId="{DA6433B2-1737-45D6-A72E-1E480F2CEA78}">
      <dgm:prSet/>
      <dgm:spPr/>
      <dgm:t>
        <a:bodyPr/>
        <a:lstStyle/>
        <a:p>
          <a:endParaRPr lang="en-US"/>
        </a:p>
      </dgm:t>
    </dgm:pt>
    <dgm:pt modelId="{1BE44E60-9DB6-440C-9A84-2E20B60A10D5}" type="sibTrans" cxnId="{DA6433B2-1737-45D6-A72E-1E480F2CEA78}">
      <dgm:prSet/>
      <dgm:spPr/>
      <dgm:t>
        <a:bodyPr/>
        <a:lstStyle/>
        <a:p>
          <a:endParaRPr lang="en-US"/>
        </a:p>
      </dgm:t>
    </dgm:pt>
    <dgm:pt modelId="{B5806E58-9F87-472F-91E8-4A60B20F4E92}" type="pres">
      <dgm:prSet presAssocID="{A0640433-0B5F-4ED5-AA47-806595D08FF4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1D3C4B6D-6633-47F9-9B20-7EB2B56F4840}" type="pres">
      <dgm:prSet presAssocID="{CAB4FFAA-F87F-49C5-97BB-64A0752373C8}" presName="thickLine" presStyleLbl="alignNode1" presStyleIdx="0" presStyleCnt="4"/>
      <dgm:spPr/>
    </dgm:pt>
    <dgm:pt modelId="{6224E1CC-AC38-4A6B-BF6F-84132A39C819}" type="pres">
      <dgm:prSet presAssocID="{CAB4FFAA-F87F-49C5-97BB-64A0752373C8}" presName="horz1" presStyleCnt="0"/>
      <dgm:spPr/>
    </dgm:pt>
    <dgm:pt modelId="{1D8C247D-994C-4AD5-AEFC-80CFE7094393}" type="pres">
      <dgm:prSet presAssocID="{CAB4FFAA-F87F-49C5-97BB-64A0752373C8}" presName="tx1" presStyleLbl="revTx" presStyleIdx="0" presStyleCnt="4"/>
      <dgm:spPr/>
      <dgm:t>
        <a:bodyPr/>
        <a:lstStyle/>
        <a:p>
          <a:endParaRPr lang="en-US"/>
        </a:p>
      </dgm:t>
    </dgm:pt>
    <dgm:pt modelId="{3C355EF2-677D-4E45-B306-F6A96148B408}" type="pres">
      <dgm:prSet presAssocID="{CAB4FFAA-F87F-49C5-97BB-64A0752373C8}" presName="vert1" presStyleCnt="0"/>
      <dgm:spPr/>
    </dgm:pt>
    <dgm:pt modelId="{62A85685-7356-4AF0-81DA-F580B7D3F916}" type="pres">
      <dgm:prSet presAssocID="{A0A0DA25-E89E-4EDC-B8D8-6EEA49F1D2CB}" presName="thickLine" presStyleLbl="alignNode1" presStyleIdx="1" presStyleCnt="4"/>
      <dgm:spPr/>
    </dgm:pt>
    <dgm:pt modelId="{7DBE6578-CC17-44B2-AC16-BD29A43C4844}" type="pres">
      <dgm:prSet presAssocID="{A0A0DA25-E89E-4EDC-B8D8-6EEA49F1D2CB}" presName="horz1" presStyleCnt="0"/>
      <dgm:spPr/>
    </dgm:pt>
    <dgm:pt modelId="{F8F50F6F-EEF0-4AB0-8360-0ADBC1EEA30D}" type="pres">
      <dgm:prSet presAssocID="{A0A0DA25-E89E-4EDC-B8D8-6EEA49F1D2CB}" presName="tx1" presStyleLbl="revTx" presStyleIdx="1" presStyleCnt="4"/>
      <dgm:spPr/>
      <dgm:t>
        <a:bodyPr/>
        <a:lstStyle/>
        <a:p>
          <a:endParaRPr lang="en-US"/>
        </a:p>
      </dgm:t>
    </dgm:pt>
    <dgm:pt modelId="{FC27AB4E-F3BB-4539-BEB6-03501FC47CBF}" type="pres">
      <dgm:prSet presAssocID="{A0A0DA25-E89E-4EDC-B8D8-6EEA49F1D2CB}" presName="vert1" presStyleCnt="0"/>
      <dgm:spPr/>
    </dgm:pt>
    <dgm:pt modelId="{3BE8A515-AA33-4BE5-9D81-F8DE2672E04A}" type="pres">
      <dgm:prSet presAssocID="{512E922D-917E-4AC7-B162-FDAE0B8AFB75}" presName="thickLine" presStyleLbl="alignNode1" presStyleIdx="2" presStyleCnt="4"/>
      <dgm:spPr/>
    </dgm:pt>
    <dgm:pt modelId="{DE48C177-AC93-4DA2-B364-16031FA1D30C}" type="pres">
      <dgm:prSet presAssocID="{512E922D-917E-4AC7-B162-FDAE0B8AFB75}" presName="horz1" presStyleCnt="0"/>
      <dgm:spPr/>
    </dgm:pt>
    <dgm:pt modelId="{4E5E696A-4200-43AB-A52B-57D02D522EB6}" type="pres">
      <dgm:prSet presAssocID="{512E922D-917E-4AC7-B162-FDAE0B8AFB75}" presName="tx1" presStyleLbl="revTx" presStyleIdx="2" presStyleCnt="4"/>
      <dgm:spPr/>
      <dgm:t>
        <a:bodyPr/>
        <a:lstStyle/>
        <a:p>
          <a:endParaRPr lang="en-US"/>
        </a:p>
      </dgm:t>
    </dgm:pt>
    <dgm:pt modelId="{BDD3B8FF-35EF-44C4-8A91-9008BF437715}" type="pres">
      <dgm:prSet presAssocID="{512E922D-917E-4AC7-B162-FDAE0B8AFB75}" presName="vert1" presStyleCnt="0"/>
      <dgm:spPr/>
    </dgm:pt>
    <dgm:pt modelId="{1D375CAA-EE89-40C2-87AF-56E151F3480E}" type="pres">
      <dgm:prSet presAssocID="{0858F1BC-7A39-4883-BC29-B9298D058DB1}" presName="thickLine" presStyleLbl="alignNode1" presStyleIdx="3" presStyleCnt="4"/>
      <dgm:spPr/>
    </dgm:pt>
    <dgm:pt modelId="{3C92A309-B88B-4F70-BBC1-19AE19833FF0}" type="pres">
      <dgm:prSet presAssocID="{0858F1BC-7A39-4883-BC29-B9298D058DB1}" presName="horz1" presStyleCnt="0"/>
      <dgm:spPr/>
    </dgm:pt>
    <dgm:pt modelId="{A2C7D6ED-BB74-4FF5-A78C-5AAAA9A77841}" type="pres">
      <dgm:prSet presAssocID="{0858F1BC-7A39-4883-BC29-B9298D058DB1}" presName="tx1" presStyleLbl="revTx" presStyleIdx="3" presStyleCnt="4"/>
      <dgm:spPr/>
      <dgm:t>
        <a:bodyPr/>
        <a:lstStyle/>
        <a:p>
          <a:endParaRPr lang="en-US"/>
        </a:p>
      </dgm:t>
    </dgm:pt>
    <dgm:pt modelId="{701C9015-79BE-4EF5-90EC-DA2AC76335F3}" type="pres">
      <dgm:prSet presAssocID="{0858F1BC-7A39-4883-BC29-B9298D058DB1}" presName="vert1" presStyleCnt="0"/>
      <dgm:spPr/>
    </dgm:pt>
  </dgm:ptLst>
  <dgm:cxnLst>
    <dgm:cxn modelId="{DA6433B2-1737-45D6-A72E-1E480F2CEA78}" srcId="{A0640433-0B5F-4ED5-AA47-806595D08FF4}" destId="{0858F1BC-7A39-4883-BC29-B9298D058DB1}" srcOrd="3" destOrd="0" parTransId="{43A03D03-2B73-4E12-A630-A835CD45DB05}" sibTransId="{1BE44E60-9DB6-440C-9A84-2E20B60A10D5}"/>
    <dgm:cxn modelId="{8A6A47E2-33C6-4B39-9904-0C6AC2F4CF8E}" srcId="{A0640433-0B5F-4ED5-AA47-806595D08FF4}" destId="{A0A0DA25-E89E-4EDC-B8D8-6EEA49F1D2CB}" srcOrd="1" destOrd="0" parTransId="{7A0804E7-0C12-425F-B2A4-0210C5642AF2}" sibTransId="{024A1D34-00D8-47D6-B36F-D3412C8182BE}"/>
    <dgm:cxn modelId="{6F7B4E3E-90A3-43D1-819A-57B202089667}" type="presOf" srcId="{0858F1BC-7A39-4883-BC29-B9298D058DB1}" destId="{A2C7D6ED-BB74-4FF5-A78C-5AAAA9A77841}" srcOrd="0" destOrd="0" presId="urn:microsoft.com/office/officeart/2008/layout/LinedList"/>
    <dgm:cxn modelId="{DF95B944-76FF-41DE-8A72-01D35F030930}" type="presOf" srcId="{CAB4FFAA-F87F-49C5-97BB-64A0752373C8}" destId="{1D8C247D-994C-4AD5-AEFC-80CFE7094393}" srcOrd="0" destOrd="0" presId="urn:microsoft.com/office/officeart/2008/layout/LinedList"/>
    <dgm:cxn modelId="{53D73F6F-6E7A-49E5-9D9E-229E36E683F1}" type="presOf" srcId="{A0640433-0B5F-4ED5-AA47-806595D08FF4}" destId="{B5806E58-9F87-472F-91E8-4A60B20F4E92}" srcOrd="0" destOrd="0" presId="urn:microsoft.com/office/officeart/2008/layout/LinedList"/>
    <dgm:cxn modelId="{46353437-5307-4264-89FA-C2380C2B7DA0}" type="presOf" srcId="{512E922D-917E-4AC7-B162-FDAE0B8AFB75}" destId="{4E5E696A-4200-43AB-A52B-57D02D522EB6}" srcOrd="0" destOrd="0" presId="urn:microsoft.com/office/officeart/2008/layout/LinedList"/>
    <dgm:cxn modelId="{71C73DD0-845D-4094-8AB2-072D77C24C4E}" type="presOf" srcId="{A0A0DA25-E89E-4EDC-B8D8-6EEA49F1D2CB}" destId="{F8F50F6F-EEF0-4AB0-8360-0ADBC1EEA30D}" srcOrd="0" destOrd="0" presId="urn:microsoft.com/office/officeart/2008/layout/LinedList"/>
    <dgm:cxn modelId="{3A1643B3-9E6B-4430-A781-8D25B7374375}" srcId="{A0640433-0B5F-4ED5-AA47-806595D08FF4}" destId="{CAB4FFAA-F87F-49C5-97BB-64A0752373C8}" srcOrd="0" destOrd="0" parTransId="{7230105D-2F71-4A3E-90EB-61462C6029C9}" sibTransId="{E68CED43-100E-4EAF-878D-62670739CBBD}"/>
    <dgm:cxn modelId="{2C689F3D-05A0-4BF0-B311-5ACDA5EE3EE1}" srcId="{A0640433-0B5F-4ED5-AA47-806595D08FF4}" destId="{512E922D-917E-4AC7-B162-FDAE0B8AFB75}" srcOrd="2" destOrd="0" parTransId="{157F185E-5C6E-4A1E-A20A-91CD8DB83F73}" sibTransId="{D0FACBEF-18D9-4DE7-B094-0615318F9883}"/>
    <dgm:cxn modelId="{4779477A-4D8B-49F8-841D-4CE56D0A18C4}" type="presParOf" srcId="{B5806E58-9F87-472F-91E8-4A60B20F4E92}" destId="{1D3C4B6D-6633-47F9-9B20-7EB2B56F4840}" srcOrd="0" destOrd="0" presId="urn:microsoft.com/office/officeart/2008/layout/LinedList"/>
    <dgm:cxn modelId="{D4BA493F-3BAB-40E3-91CF-6ECEAF978A2B}" type="presParOf" srcId="{B5806E58-9F87-472F-91E8-4A60B20F4E92}" destId="{6224E1CC-AC38-4A6B-BF6F-84132A39C819}" srcOrd="1" destOrd="0" presId="urn:microsoft.com/office/officeart/2008/layout/LinedList"/>
    <dgm:cxn modelId="{98BB54F5-6644-46CA-9F86-D90A91E0220A}" type="presParOf" srcId="{6224E1CC-AC38-4A6B-BF6F-84132A39C819}" destId="{1D8C247D-994C-4AD5-AEFC-80CFE7094393}" srcOrd="0" destOrd="0" presId="urn:microsoft.com/office/officeart/2008/layout/LinedList"/>
    <dgm:cxn modelId="{452C3274-3000-45CC-BA5A-3CD1F6DEE916}" type="presParOf" srcId="{6224E1CC-AC38-4A6B-BF6F-84132A39C819}" destId="{3C355EF2-677D-4E45-B306-F6A96148B408}" srcOrd="1" destOrd="0" presId="urn:microsoft.com/office/officeart/2008/layout/LinedList"/>
    <dgm:cxn modelId="{F2D822EC-1975-41CD-B4D5-E1169E39DA88}" type="presParOf" srcId="{B5806E58-9F87-472F-91E8-4A60B20F4E92}" destId="{62A85685-7356-4AF0-81DA-F580B7D3F916}" srcOrd="2" destOrd="0" presId="urn:microsoft.com/office/officeart/2008/layout/LinedList"/>
    <dgm:cxn modelId="{2600DEC4-116F-45F1-8B9E-148B0296C886}" type="presParOf" srcId="{B5806E58-9F87-472F-91E8-4A60B20F4E92}" destId="{7DBE6578-CC17-44B2-AC16-BD29A43C4844}" srcOrd="3" destOrd="0" presId="urn:microsoft.com/office/officeart/2008/layout/LinedList"/>
    <dgm:cxn modelId="{2BBC65B7-2435-4509-A49D-0F37BEC77B5E}" type="presParOf" srcId="{7DBE6578-CC17-44B2-AC16-BD29A43C4844}" destId="{F8F50F6F-EEF0-4AB0-8360-0ADBC1EEA30D}" srcOrd="0" destOrd="0" presId="urn:microsoft.com/office/officeart/2008/layout/LinedList"/>
    <dgm:cxn modelId="{6DA09069-1094-4087-BD6E-5B4CFB37FCCE}" type="presParOf" srcId="{7DBE6578-CC17-44B2-AC16-BD29A43C4844}" destId="{FC27AB4E-F3BB-4539-BEB6-03501FC47CBF}" srcOrd="1" destOrd="0" presId="urn:microsoft.com/office/officeart/2008/layout/LinedList"/>
    <dgm:cxn modelId="{D67AD2C7-CFFC-44F0-97F6-BBF8C9EE4C13}" type="presParOf" srcId="{B5806E58-9F87-472F-91E8-4A60B20F4E92}" destId="{3BE8A515-AA33-4BE5-9D81-F8DE2672E04A}" srcOrd="4" destOrd="0" presId="urn:microsoft.com/office/officeart/2008/layout/LinedList"/>
    <dgm:cxn modelId="{838AD14D-B8C7-45D6-BAAC-90EB14FB95D3}" type="presParOf" srcId="{B5806E58-9F87-472F-91E8-4A60B20F4E92}" destId="{DE48C177-AC93-4DA2-B364-16031FA1D30C}" srcOrd="5" destOrd="0" presId="urn:microsoft.com/office/officeart/2008/layout/LinedList"/>
    <dgm:cxn modelId="{616DC4AD-B899-4945-9051-54AE533BE234}" type="presParOf" srcId="{DE48C177-AC93-4DA2-B364-16031FA1D30C}" destId="{4E5E696A-4200-43AB-A52B-57D02D522EB6}" srcOrd="0" destOrd="0" presId="urn:microsoft.com/office/officeart/2008/layout/LinedList"/>
    <dgm:cxn modelId="{AF97280D-3121-4B41-B4C3-A60898E4AD88}" type="presParOf" srcId="{DE48C177-AC93-4DA2-B364-16031FA1D30C}" destId="{BDD3B8FF-35EF-44C4-8A91-9008BF437715}" srcOrd="1" destOrd="0" presId="urn:microsoft.com/office/officeart/2008/layout/LinedList"/>
    <dgm:cxn modelId="{490FD407-DEB6-45A3-A7B6-C9ABA2754717}" type="presParOf" srcId="{B5806E58-9F87-472F-91E8-4A60B20F4E92}" destId="{1D375CAA-EE89-40C2-87AF-56E151F3480E}" srcOrd="6" destOrd="0" presId="urn:microsoft.com/office/officeart/2008/layout/LinedList"/>
    <dgm:cxn modelId="{6D8EC3F9-41CB-44CF-80F4-4D103AB16F17}" type="presParOf" srcId="{B5806E58-9F87-472F-91E8-4A60B20F4E92}" destId="{3C92A309-B88B-4F70-BBC1-19AE19833FF0}" srcOrd="7" destOrd="0" presId="urn:microsoft.com/office/officeart/2008/layout/LinedList"/>
    <dgm:cxn modelId="{1EEF0BF5-86BC-4D0B-AECB-E66A05A4F7DC}" type="presParOf" srcId="{3C92A309-B88B-4F70-BBC1-19AE19833FF0}" destId="{A2C7D6ED-BB74-4FF5-A78C-5AAAA9A77841}" srcOrd="0" destOrd="0" presId="urn:microsoft.com/office/officeart/2008/layout/LinedList"/>
    <dgm:cxn modelId="{E00C7998-1250-41CE-BF52-34886C2DD741}" type="presParOf" srcId="{3C92A309-B88B-4F70-BBC1-19AE19833FF0}" destId="{701C9015-79BE-4EF5-90EC-DA2AC76335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78C599-1204-471C-91ED-0FD9CC42E062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5F5E98A-9EAB-4E82-94FF-B81D7CAFBD76}">
      <dgm:prSet/>
      <dgm:spPr/>
      <dgm:t>
        <a:bodyPr/>
        <a:lstStyle/>
        <a:p>
          <a:r>
            <a:rPr lang="en-US"/>
            <a:t>• Tôi đói, chưa ăn tối → Gợi ý 3 món dễ nấu.</a:t>
          </a:r>
        </a:p>
      </dgm:t>
    </dgm:pt>
    <dgm:pt modelId="{B649326C-DCF7-4D22-9F47-212FFBC9EAD4}" type="parTrans" cxnId="{433B6160-1A6E-4CA9-B43D-FD848D36894A}">
      <dgm:prSet/>
      <dgm:spPr/>
      <dgm:t>
        <a:bodyPr/>
        <a:lstStyle/>
        <a:p>
          <a:endParaRPr lang="en-US"/>
        </a:p>
      </dgm:t>
    </dgm:pt>
    <dgm:pt modelId="{3DD23D4E-929B-4756-BC7D-3120C7C68B0D}" type="sibTrans" cxnId="{433B6160-1A6E-4CA9-B43D-FD848D36894A}">
      <dgm:prSet/>
      <dgm:spPr/>
      <dgm:t>
        <a:bodyPr/>
        <a:lstStyle/>
        <a:p>
          <a:endParaRPr lang="en-US"/>
        </a:p>
      </dgm:t>
    </dgm:pt>
    <dgm:pt modelId="{16C1061B-F8C8-48C9-8522-BE385E17BD00}">
      <dgm:prSet/>
      <dgm:spPr/>
      <dgm:t>
        <a:bodyPr/>
        <a:lstStyle/>
        <a:p>
          <a:r>
            <a:rPr lang="en-US"/>
            <a:t>• Món 300 Calo → Salad cá ngừ.</a:t>
          </a:r>
        </a:p>
      </dgm:t>
    </dgm:pt>
    <dgm:pt modelId="{EC9C9CA6-CE46-4CC4-B0FE-E8A252937FCA}" type="parTrans" cxnId="{7189CD9C-8C16-413B-A9DB-C532AEBAD141}">
      <dgm:prSet/>
      <dgm:spPr/>
      <dgm:t>
        <a:bodyPr/>
        <a:lstStyle/>
        <a:p>
          <a:endParaRPr lang="en-US"/>
        </a:p>
      </dgm:t>
    </dgm:pt>
    <dgm:pt modelId="{E59EE622-DEAA-4E53-8CF4-E7F7F4A726E6}" type="sibTrans" cxnId="{7189CD9C-8C16-413B-A9DB-C532AEBAD141}">
      <dgm:prSet/>
      <dgm:spPr/>
      <dgm:t>
        <a:bodyPr/>
        <a:lstStyle/>
        <a:p>
          <a:endParaRPr lang="en-US"/>
        </a:p>
      </dgm:t>
    </dgm:pt>
    <dgm:pt modelId="{69788C33-53EA-46CD-BF85-352D56750438}">
      <dgm:prSet/>
      <dgm:spPr/>
      <dgm:t>
        <a:bodyPr/>
        <a:lstStyle/>
        <a:p>
          <a:r>
            <a:rPr lang="en-US"/>
            <a:t>• Món sáng Á cho 50 người → Cháo gà, phở bò.</a:t>
          </a:r>
        </a:p>
      </dgm:t>
    </dgm:pt>
    <dgm:pt modelId="{3721E016-A50D-4412-B845-F9391484F6C8}" type="parTrans" cxnId="{E490AC7D-0A0E-48DF-A211-DDE52D22454C}">
      <dgm:prSet/>
      <dgm:spPr/>
      <dgm:t>
        <a:bodyPr/>
        <a:lstStyle/>
        <a:p>
          <a:endParaRPr lang="en-US"/>
        </a:p>
      </dgm:t>
    </dgm:pt>
    <dgm:pt modelId="{98FC8351-72F4-4149-B245-B479C0BC751B}" type="sibTrans" cxnId="{E490AC7D-0A0E-48DF-A211-DDE52D22454C}">
      <dgm:prSet/>
      <dgm:spPr/>
      <dgm:t>
        <a:bodyPr/>
        <a:lstStyle/>
        <a:p>
          <a:endParaRPr lang="en-US"/>
        </a:p>
      </dgm:t>
    </dgm:pt>
    <dgm:pt modelId="{3FF9EA65-7A32-4D64-A730-F391FE65BD92}">
      <dgm:prSet/>
      <dgm:spPr/>
      <dgm:t>
        <a:bodyPr/>
        <a:lstStyle/>
        <a:p>
          <a:r>
            <a:rPr lang="en-US"/>
            <a:t>• Món ngày lạnh → Canh hầm, lẩu kim chi.</a:t>
          </a:r>
        </a:p>
      </dgm:t>
    </dgm:pt>
    <dgm:pt modelId="{4A6645E0-E2EB-4DAF-AE59-E7786102E355}" type="parTrans" cxnId="{42B55360-4B30-4259-B54B-DE4314C48271}">
      <dgm:prSet/>
      <dgm:spPr/>
      <dgm:t>
        <a:bodyPr/>
        <a:lstStyle/>
        <a:p>
          <a:endParaRPr lang="en-US"/>
        </a:p>
      </dgm:t>
    </dgm:pt>
    <dgm:pt modelId="{3655B45A-4924-436C-BEF0-9E96C010B8A9}" type="sibTrans" cxnId="{42B55360-4B30-4259-B54B-DE4314C48271}">
      <dgm:prSet/>
      <dgm:spPr/>
      <dgm:t>
        <a:bodyPr/>
        <a:lstStyle/>
        <a:p>
          <a:endParaRPr lang="en-US"/>
        </a:p>
      </dgm:t>
    </dgm:pt>
    <dgm:pt modelId="{8A48AD4A-1B06-4CB5-BAB7-8859AE4828F8}" type="pres">
      <dgm:prSet presAssocID="{9278C599-1204-471C-91ED-0FD9CC42E06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50A0B1F-6EDC-412C-AF2F-191A2C699E43}" type="pres">
      <dgm:prSet presAssocID="{35F5E98A-9EAB-4E82-94FF-B81D7CAFBD7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C24E84-CDB2-4C86-9B18-E0C1C539235C}" type="pres">
      <dgm:prSet presAssocID="{3DD23D4E-929B-4756-BC7D-3120C7C68B0D}" presName="spacer" presStyleCnt="0"/>
      <dgm:spPr/>
    </dgm:pt>
    <dgm:pt modelId="{A8974065-2212-41EB-9235-2314B0C509FD}" type="pres">
      <dgm:prSet presAssocID="{16C1061B-F8C8-48C9-8522-BE385E17BD0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A4D510-47F9-4D99-AEE0-C47285336A89}" type="pres">
      <dgm:prSet presAssocID="{E59EE622-DEAA-4E53-8CF4-E7F7F4A726E6}" presName="spacer" presStyleCnt="0"/>
      <dgm:spPr/>
    </dgm:pt>
    <dgm:pt modelId="{D9EC0324-CC9D-4629-8D0C-4C67B0A0BC81}" type="pres">
      <dgm:prSet presAssocID="{69788C33-53EA-46CD-BF85-352D5675043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41CDDA-A55A-47B0-BF1A-7FFD3B4A9029}" type="pres">
      <dgm:prSet presAssocID="{98FC8351-72F4-4149-B245-B479C0BC751B}" presName="spacer" presStyleCnt="0"/>
      <dgm:spPr/>
    </dgm:pt>
    <dgm:pt modelId="{CDE3153C-87F2-4FB3-9705-C427EEE80D02}" type="pres">
      <dgm:prSet presAssocID="{3FF9EA65-7A32-4D64-A730-F391FE65BD9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490AC7D-0A0E-48DF-A211-DDE52D22454C}" srcId="{9278C599-1204-471C-91ED-0FD9CC42E062}" destId="{69788C33-53EA-46CD-BF85-352D56750438}" srcOrd="2" destOrd="0" parTransId="{3721E016-A50D-4412-B845-F9391484F6C8}" sibTransId="{98FC8351-72F4-4149-B245-B479C0BC751B}"/>
    <dgm:cxn modelId="{7189CD9C-8C16-413B-A9DB-C532AEBAD141}" srcId="{9278C599-1204-471C-91ED-0FD9CC42E062}" destId="{16C1061B-F8C8-48C9-8522-BE385E17BD00}" srcOrd="1" destOrd="0" parTransId="{EC9C9CA6-CE46-4CC4-B0FE-E8A252937FCA}" sibTransId="{E59EE622-DEAA-4E53-8CF4-E7F7F4A726E6}"/>
    <dgm:cxn modelId="{107F54B0-6A76-4F2E-90C2-CC7C96FFAD64}" type="presOf" srcId="{35F5E98A-9EAB-4E82-94FF-B81D7CAFBD76}" destId="{450A0B1F-6EDC-412C-AF2F-191A2C699E43}" srcOrd="0" destOrd="0" presId="urn:microsoft.com/office/officeart/2005/8/layout/vList2"/>
    <dgm:cxn modelId="{BAD0BDBB-CF61-4BAA-8FDF-E9356C5D9B09}" type="presOf" srcId="{69788C33-53EA-46CD-BF85-352D56750438}" destId="{D9EC0324-CC9D-4629-8D0C-4C67B0A0BC81}" srcOrd="0" destOrd="0" presId="urn:microsoft.com/office/officeart/2005/8/layout/vList2"/>
    <dgm:cxn modelId="{42B55360-4B30-4259-B54B-DE4314C48271}" srcId="{9278C599-1204-471C-91ED-0FD9CC42E062}" destId="{3FF9EA65-7A32-4D64-A730-F391FE65BD92}" srcOrd="3" destOrd="0" parTransId="{4A6645E0-E2EB-4DAF-AE59-E7786102E355}" sibTransId="{3655B45A-4924-436C-BEF0-9E96C010B8A9}"/>
    <dgm:cxn modelId="{06C6AA21-92CF-4605-8CC7-79E60131FA6F}" type="presOf" srcId="{16C1061B-F8C8-48C9-8522-BE385E17BD00}" destId="{A8974065-2212-41EB-9235-2314B0C509FD}" srcOrd="0" destOrd="0" presId="urn:microsoft.com/office/officeart/2005/8/layout/vList2"/>
    <dgm:cxn modelId="{433B6160-1A6E-4CA9-B43D-FD848D36894A}" srcId="{9278C599-1204-471C-91ED-0FD9CC42E062}" destId="{35F5E98A-9EAB-4E82-94FF-B81D7CAFBD76}" srcOrd="0" destOrd="0" parTransId="{B649326C-DCF7-4D22-9F47-212FFBC9EAD4}" sibTransId="{3DD23D4E-929B-4756-BC7D-3120C7C68B0D}"/>
    <dgm:cxn modelId="{782D726F-23D1-46CC-9688-CB8BD42BE44D}" type="presOf" srcId="{3FF9EA65-7A32-4D64-A730-F391FE65BD92}" destId="{CDE3153C-87F2-4FB3-9705-C427EEE80D02}" srcOrd="0" destOrd="0" presId="urn:microsoft.com/office/officeart/2005/8/layout/vList2"/>
    <dgm:cxn modelId="{8F926175-AD69-4432-BFF5-0924BA43AF94}" type="presOf" srcId="{9278C599-1204-471C-91ED-0FD9CC42E062}" destId="{8A48AD4A-1B06-4CB5-BAB7-8859AE4828F8}" srcOrd="0" destOrd="0" presId="urn:microsoft.com/office/officeart/2005/8/layout/vList2"/>
    <dgm:cxn modelId="{2E3F9146-1312-4EAA-AB04-45D15A22360C}" type="presParOf" srcId="{8A48AD4A-1B06-4CB5-BAB7-8859AE4828F8}" destId="{450A0B1F-6EDC-412C-AF2F-191A2C699E43}" srcOrd="0" destOrd="0" presId="urn:microsoft.com/office/officeart/2005/8/layout/vList2"/>
    <dgm:cxn modelId="{5F61CFB1-6B70-4759-BBAB-3C1131E061D9}" type="presParOf" srcId="{8A48AD4A-1B06-4CB5-BAB7-8859AE4828F8}" destId="{DEC24E84-CDB2-4C86-9B18-E0C1C539235C}" srcOrd="1" destOrd="0" presId="urn:microsoft.com/office/officeart/2005/8/layout/vList2"/>
    <dgm:cxn modelId="{81CBA6AE-8A89-499A-8425-45CB37391BBA}" type="presParOf" srcId="{8A48AD4A-1B06-4CB5-BAB7-8859AE4828F8}" destId="{A8974065-2212-41EB-9235-2314B0C509FD}" srcOrd="2" destOrd="0" presId="urn:microsoft.com/office/officeart/2005/8/layout/vList2"/>
    <dgm:cxn modelId="{A2C6867B-F9D7-499D-BD0F-8FB6DB87D533}" type="presParOf" srcId="{8A48AD4A-1B06-4CB5-BAB7-8859AE4828F8}" destId="{19A4D510-47F9-4D99-AEE0-C47285336A89}" srcOrd="3" destOrd="0" presId="urn:microsoft.com/office/officeart/2005/8/layout/vList2"/>
    <dgm:cxn modelId="{6DE8A51A-7BE5-408F-8F01-2AF0B2DCD1E3}" type="presParOf" srcId="{8A48AD4A-1B06-4CB5-BAB7-8859AE4828F8}" destId="{D9EC0324-CC9D-4629-8D0C-4C67B0A0BC81}" srcOrd="4" destOrd="0" presId="urn:microsoft.com/office/officeart/2005/8/layout/vList2"/>
    <dgm:cxn modelId="{7656171F-891B-4D56-9719-7B3C20F6F207}" type="presParOf" srcId="{8A48AD4A-1B06-4CB5-BAB7-8859AE4828F8}" destId="{7041CDDA-A55A-47B0-BF1A-7FFD3B4A9029}" srcOrd="5" destOrd="0" presId="urn:microsoft.com/office/officeart/2005/8/layout/vList2"/>
    <dgm:cxn modelId="{BA763CCE-4B40-48BF-BF6D-94FCEEA16194}" type="presParOf" srcId="{8A48AD4A-1B06-4CB5-BAB7-8859AE4828F8}" destId="{CDE3153C-87F2-4FB3-9705-C427EEE80D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E9130E-CFA2-4886-9EB4-C239A2833317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B4D16DE-2E3A-4397-9C28-D3BA489FBD02}">
      <dgm:prSet/>
      <dgm:spPr/>
      <dgm:t>
        <a:bodyPr/>
        <a:lstStyle/>
        <a:p>
          <a:r>
            <a:rPr lang="en-US"/>
            <a:t>• Làm món gà rán → Hướng dẫn chi tiết nguyên liệu &amp; thời gian.</a:t>
          </a:r>
        </a:p>
      </dgm:t>
    </dgm:pt>
    <dgm:pt modelId="{4B31088C-957D-4888-AE2A-9047C2895923}" type="parTrans" cxnId="{B4960644-C7A5-49BD-B67F-26ACCF473B75}">
      <dgm:prSet/>
      <dgm:spPr/>
      <dgm:t>
        <a:bodyPr/>
        <a:lstStyle/>
        <a:p>
          <a:endParaRPr lang="en-US"/>
        </a:p>
      </dgm:t>
    </dgm:pt>
    <dgm:pt modelId="{ECC0D91E-5E99-45DA-9FF6-E4B9F9638937}" type="sibTrans" cxnId="{B4960644-C7A5-49BD-B67F-26ACCF473B75}">
      <dgm:prSet/>
      <dgm:spPr/>
      <dgm:t>
        <a:bodyPr/>
        <a:lstStyle/>
        <a:p>
          <a:endParaRPr lang="en-US"/>
        </a:p>
      </dgm:t>
    </dgm:pt>
    <dgm:pt modelId="{87CF9F7B-4FAF-4A45-97D7-E99F5EDAC7DE}">
      <dgm:prSet/>
      <dgm:spPr/>
      <dgm:t>
        <a:bodyPr/>
        <a:lstStyle/>
        <a:p>
          <a:r>
            <a:rPr lang="en-US"/>
            <a:t>• Nấu canh chua → Cách nấu, định lượng, tips.</a:t>
          </a:r>
        </a:p>
      </dgm:t>
    </dgm:pt>
    <dgm:pt modelId="{B7517F70-8E76-4B56-A54F-278035F675D7}" type="parTrans" cxnId="{B8298FAC-F32A-49A7-B756-EA3F80B76B50}">
      <dgm:prSet/>
      <dgm:spPr/>
      <dgm:t>
        <a:bodyPr/>
        <a:lstStyle/>
        <a:p>
          <a:endParaRPr lang="en-US"/>
        </a:p>
      </dgm:t>
    </dgm:pt>
    <dgm:pt modelId="{29417B4D-A7C5-45DB-BFAA-E2FA222A0248}" type="sibTrans" cxnId="{B8298FAC-F32A-49A7-B756-EA3F80B76B50}">
      <dgm:prSet/>
      <dgm:spPr/>
      <dgm:t>
        <a:bodyPr/>
        <a:lstStyle/>
        <a:p>
          <a:endParaRPr lang="en-US"/>
        </a:p>
      </dgm:t>
    </dgm:pt>
    <dgm:pt modelId="{61F85ABD-679A-421E-9B8D-D39F2F8B12B8}">
      <dgm:prSet/>
      <dgm:spPr/>
      <dgm:t>
        <a:bodyPr/>
        <a:lstStyle/>
        <a:p>
          <a:r>
            <a:rPr lang="en-US"/>
            <a:t>• Salad trứng → Cách làm đơn giản, calories thấp.</a:t>
          </a:r>
        </a:p>
      </dgm:t>
    </dgm:pt>
    <dgm:pt modelId="{57560FF3-849E-4501-9B26-A2374EB1CED7}" type="parTrans" cxnId="{A09FAF08-F893-47C0-B133-416DBCB4A0AF}">
      <dgm:prSet/>
      <dgm:spPr/>
      <dgm:t>
        <a:bodyPr/>
        <a:lstStyle/>
        <a:p>
          <a:endParaRPr lang="en-US"/>
        </a:p>
      </dgm:t>
    </dgm:pt>
    <dgm:pt modelId="{CFE11650-5F75-43D4-B470-A9A9FC897069}" type="sibTrans" cxnId="{A09FAF08-F893-47C0-B133-416DBCB4A0AF}">
      <dgm:prSet/>
      <dgm:spPr/>
      <dgm:t>
        <a:bodyPr/>
        <a:lstStyle/>
        <a:p>
          <a:endParaRPr lang="en-US"/>
        </a:p>
      </dgm:t>
    </dgm:pt>
    <dgm:pt modelId="{3A579436-66EB-49CA-B8EC-3023C878FE18}" type="pres">
      <dgm:prSet presAssocID="{79E9130E-CFA2-4886-9EB4-C239A283331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0F25E3-5B2F-4F32-B79E-365DA505B966}" type="pres">
      <dgm:prSet presAssocID="{9B4D16DE-2E3A-4397-9C28-D3BA489FBD02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667C32-2133-4216-8B62-8813F0A97CDD}" type="pres">
      <dgm:prSet presAssocID="{ECC0D91E-5E99-45DA-9FF6-E4B9F9638937}" presName="spacer" presStyleCnt="0"/>
      <dgm:spPr/>
    </dgm:pt>
    <dgm:pt modelId="{F5CA0890-2826-48B5-95C2-22D2744A2F0A}" type="pres">
      <dgm:prSet presAssocID="{87CF9F7B-4FAF-4A45-97D7-E99F5EDAC7D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F0CC4C-5958-443B-8631-78569136F651}" type="pres">
      <dgm:prSet presAssocID="{29417B4D-A7C5-45DB-BFAA-E2FA222A0248}" presName="spacer" presStyleCnt="0"/>
      <dgm:spPr/>
    </dgm:pt>
    <dgm:pt modelId="{04A3AAE7-0C2F-4B20-936A-78077AC297CB}" type="pres">
      <dgm:prSet presAssocID="{61F85ABD-679A-421E-9B8D-D39F2F8B12B8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CC4B04D-8BE4-4CEF-98FC-84C796EA878A}" type="presOf" srcId="{61F85ABD-679A-421E-9B8D-D39F2F8B12B8}" destId="{04A3AAE7-0C2F-4B20-936A-78077AC297CB}" srcOrd="0" destOrd="0" presId="urn:microsoft.com/office/officeart/2005/8/layout/vList2"/>
    <dgm:cxn modelId="{95089E13-3C15-43BC-88E3-72B8F5774B07}" type="presOf" srcId="{9B4D16DE-2E3A-4397-9C28-D3BA489FBD02}" destId="{110F25E3-5B2F-4F32-B79E-365DA505B966}" srcOrd="0" destOrd="0" presId="urn:microsoft.com/office/officeart/2005/8/layout/vList2"/>
    <dgm:cxn modelId="{B8298FAC-F32A-49A7-B756-EA3F80B76B50}" srcId="{79E9130E-CFA2-4886-9EB4-C239A2833317}" destId="{87CF9F7B-4FAF-4A45-97D7-E99F5EDAC7DE}" srcOrd="1" destOrd="0" parTransId="{B7517F70-8E76-4B56-A54F-278035F675D7}" sibTransId="{29417B4D-A7C5-45DB-BFAA-E2FA222A0248}"/>
    <dgm:cxn modelId="{A09FAF08-F893-47C0-B133-416DBCB4A0AF}" srcId="{79E9130E-CFA2-4886-9EB4-C239A2833317}" destId="{61F85ABD-679A-421E-9B8D-D39F2F8B12B8}" srcOrd="2" destOrd="0" parTransId="{57560FF3-849E-4501-9B26-A2374EB1CED7}" sibTransId="{CFE11650-5F75-43D4-B470-A9A9FC897069}"/>
    <dgm:cxn modelId="{16F50595-6C99-490C-AF3A-462AE000D713}" type="presOf" srcId="{87CF9F7B-4FAF-4A45-97D7-E99F5EDAC7DE}" destId="{F5CA0890-2826-48B5-95C2-22D2744A2F0A}" srcOrd="0" destOrd="0" presId="urn:microsoft.com/office/officeart/2005/8/layout/vList2"/>
    <dgm:cxn modelId="{576854F6-096E-49CD-B1FD-9CD1BAC8134B}" type="presOf" srcId="{79E9130E-CFA2-4886-9EB4-C239A2833317}" destId="{3A579436-66EB-49CA-B8EC-3023C878FE18}" srcOrd="0" destOrd="0" presId="urn:microsoft.com/office/officeart/2005/8/layout/vList2"/>
    <dgm:cxn modelId="{B4960644-C7A5-49BD-B67F-26ACCF473B75}" srcId="{79E9130E-CFA2-4886-9EB4-C239A2833317}" destId="{9B4D16DE-2E3A-4397-9C28-D3BA489FBD02}" srcOrd="0" destOrd="0" parTransId="{4B31088C-957D-4888-AE2A-9047C2895923}" sibTransId="{ECC0D91E-5E99-45DA-9FF6-E4B9F9638937}"/>
    <dgm:cxn modelId="{37DBFD19-F8B9-4F75-A649-1E2FA3BB297D}" type="presParOf" srcId="{3A579436-66EB-49CA-B8EC-3023C878FE18}" destId="{110F25E3-5B2F-4F32-B79E-365DA505B966}" srcOrd="0" destOrd="0" presId="urn:microsoft.com/office/officeart/2005/8/layout/vList2"/>
    <dgm:cxn modelId="{75B004DE-63FE-4585-95F3-39DD1EE3D8DD}" type="presParOf" srcId="{3A579436-66EB-49CA-B8EC-3023C878FE18}" destId="{39667C32-2133-4216-8B62-8813F0A97CDD}" srcOrd="1" destOrd="0" presId="urn:microsoft.com/office/officeart/2005/8/layout/vList2"/>
    <dgm:cxn modelId="{04FA4B3C-4DA2-483F-A8E2-910B8A4D1C31}" type="presParOf" srcId="{3A579436-66EB-49CA-B8EC-3023C878FE18}" destId="{F5CA0890-2826-48B5-95C2-22D2744A2F0A}" srcOrd="2" destOrd="0" presId="urn:microsoft.com/office/officeart/2005/8/layout/vList2"/>
    <dgm:cxn modelId="{C00C81E5-788D-47E2-B5C9-B579B1B6D2D4}" type="presParOf" srcId="{3A579436-66EB-49CA-B8EC-3023C878FE18}" destId="{D0F0CC4C-5958-443B-8631-78569136F651}" srcOrd="3" destOrd="0" presId="urn:microsoft.com/office/officeart/2005/8/layout/vList2"/>
    <dgm:cxn modelId="{1498FAD6-C5A4-46C0-A568-46448396CFEF}" type="presParOf" srcId="{3A579436-66EB-49CA-B8EC-3023C878FE18}" destId="{04A3AAE7-0C2F-4B20-936A-78077AC297C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539C211-D4B1-48A6-9154-D5380E850EE7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7C29FC7-CF9F-4B83-899E-3CA32226E509}">
      <dgm:prSet/>
      <dgm:spPr/>
      <dgm:t>
        <a:bodyPr/>
        <a:lstStyle/>
        <a:p>
          <a:r>
            <a:rPr lang="en-US"/>
            <a:t>User Prompt → Intent Detection:</a:t>
          </a:r>
        </a:p>
      </dgm:t>
    </dgm:pt>
    <dgm:pt modelId="{AF555E2A-C51F-4462-BEA0-6ABA2C4CA155}" type="parTrans" cxnId="{B7F1AD68-0043-4FAA-AE0B-44636A88450E}">
      <dgm:prSet/>
      <dgm:spPr/>
      <dgm:t>
        <a:bodyPr/>
        <a:lstStyle/>
        <a:p>
          <a:endParaRPr lang="en-US"/>
        </a:p>
      </dgm:t>
    </dgm:pt>
    <dgm:pt modelId="{1E75D668-4245-4AB5-A579-FFBE9AA3C088}" type="sibTrans" cxnId="{B7F1AD68-0043-4FAA-AE0B-44636A88450E}">
      <dgm:prSet/>
      <dgm:spPr/>
      <dgm:t>
        <a:bodyPr/>
        <a:lstStyle/>
        <a:p>
          <a:endParaRPr lang="en-US"/>
        </a:p>
      </dgm:t>
    </dgm:pt>
    <dgm:pt modelId="{6909BD33-917E-47B2-94DF-19D6AAFB2023}">
      <dgm:prSet/>
      <dgm:spPr/>
      <dgm:t>
        <a:bodyPr/>
        <a:lstStyle/>
        <a:p>
          <a:r>
            <a:rPr lang="en-US"/>
            <a:t>- 'Gợi ý' → RQM1</a:t>
          </a:r>
        </a:p>
      </dgm:t>
    </dgm:pt>
    <dgm:pt modelId="{F3A9107F-9A2B-45FE-8249-258870658DC5}" type="parTrans" cxnId="{5402ACE9-760C-48D8-8CCF-0F7C490541FF}">
      <dgm:prSet/>
      <dgm:spPr/>
      <dgm:t>
        <a:bodyPr/>
        <a:lstStyle/>
        <a:p>
          <a:endParaRPr lang="en-US"/>
        </a:p>
      </dgm:t>
    </dgm:pt>
    <dgm:pt modelId="{E2F26F51-09F3-4590-A0F0-57D9CF037F76}" type="sibTrans" cxnId="{5402ACE9-760C-48D8-8CCF-0F7C490541FF}">
      <dgm:prSet/>
      <dgm:spPr/>
      <dgm:t>
        <a:bodyPr/>
        <a:lstStyle/>
        <a:p>
          <a:endParaRPr lang="en-US"/>
        </a:p>
      </dgm:t>
    </dgm:pt>
    <dgm:pt modelId="{F5FACF31-CDFB-4628-BE75-7AA94B4A0CDD}">
      <dgm:prSet/>
      <dgm:spPr/>
      <dgm:t>
        <a:bodyPr/>
        <a:lstStyle/>
        <a:p>
          <a:r>
            <a:rPr lang="en-US"/>
            <a:t>- 'Cách làm', 'Hướng dẫn' → RQM2</a:t>
          </a:r>
        </a:p>
      </dgm:t>
    </dgm:pt>
    <dgm:pt modelId="{01222B9F-6B56-446C-B46C-EE60DD08D550}" type="parTrans" cxnId="{4DC83B0E-CFA2-4EF2-8815-DDBA8E289971}">
      <dgm:prSet/>
      <dgm:spPr/>
      <dgm:t>
        <a:bodyPr/>
        <a:lstStyle/>
        <a:p>
          <a:endParaRPr lang="en-US"/>
        </a:p>
      </dgm:t>
    </dgm:pt>
    <dgm:pt modelId="{664AA5C1-3942-4EAE-AC33-9E88622993FC}" type="sibTrans" cxnId="{4DC83B0E-CFA2-4EF2-8815-DDBA8E289971}">
      <dgm:prSet/>
      <dgm:spPr/>
      <dgm:t>
        <a:bodyPr/>
        <a:lstStyle/>
        <a:p>
          <a:endParaRPr lang="en-US"/>
        </a:p>
      </dgm:t>
    </dgm:pt>
    <dgm:pt modelId="{A6A2964C-0AD8-4A40-B0F1-4F9B1E9CA063}">
      <dgm:prSet/>
      <dgm:spPr/>
      <dgm:t>
        <a:bodyPr/>
        <a:lstStyle/>
        <a:p>
          <a:r>
            <a:rPr lang="en-US"/>
            <a:t>Model Output:</a:t>
          </a:r>
        </a:p>
      </dgm:t>
    </dgm:pt>
    <dgm:pt modelId="{9E418AC3-6BEF-4A55-8A48-FF680824D46E}" type="parTrans" cxnId="{674CC601-C6D1-4AA5-A80B-96DC7532F127}">
      <dgm:prSet/>
      <dgm:spPr/>
      <dgm:t>
        <a:bodyPr/>
        <a:lstStyle/>
        <a:p>
          <a:endParaRPr lang="en-US"/>
        </a:p>
      </dgm:t>
    </dgm:pt>
    <dgm:pt modelId="{08B307BA-6C4B-477F-9925-1D0ED4E638CE}" type="sibTrans" cxnId="{674CC601-C6D1-4AA5-A80B-96DC7532F127}">
      <dgm:prSet/>
      <dgm:spPr/>
      <dgm:t>
        <a:bodyPr/>
        <a:lstStyle/>
        <a:p>
          <a:endParaRPr lang="en-US"/>
        </a:p>
      </dgm:t>
    </dgm:pt>
    <dgm:pt modelId="{CD037D95-22CF-4E6E-ADE9-BF8A48D0BC74}">
      <dgm:prSet/>
      <dgm:spPr/>
      <dgm:t>
        <a:bodyPr/>
        <a:lstStyle/>
        <a:p>
          <a:r>
            <a:rPr lang="en-US"/>
            <a:t>- RQM1: suggestion + calories</a:t>
          </a:r>
        </a:p>
      </dgm:t>
    </dgm:pt>
    <dgm:pt modelId="{07784FA5-7464-423D-9D24-831F51DA8D33}" type="parTrans" cxnId="{DA466A32-BF90-4200-9448-7DA45FA4F697}">
      <dgm:prSet/>
      <dgm:spPr/>
      <dgm:t>
        <a:bodyPr/>
        <a:lstStyle/>
        <a:p>
          <a:endParaRPr lang="en-US"/>
        </a:p>
      </dgm:t>
    </dgm:pt>
    <dgm:pt modelId="{D26CDECF-DD91-4DB0-A8BB-792B9F6C3CD0}" type="sibTrans" cxnId="{DA466A32-BF90-4200-9448-7DA45FA4F697}">
      <dgm:prSet/>
      <dgm:spPr/>
      <dgm:t>
        <a:bodyPr/>
        <a:lstStyle/>
        <a:p>
          <a:endParaRPr lang="en-US"/>
        </a:p>
      </dgm:t>
    </dgm:pt>
    <dgm:pt modelId="{5003B1B6-5B4D-4F1C-9BDA-C3AB5574EFDA}">
      <dgm:prSet/>
      <dgm:spPr/>
      <dgm:t>
        <a:bodyPr/>
        <a:lstStyle/>
        <a:p>
          <a:r>
            <a:rPr lang="en-US"/>
            <a:t>- RQM2: ingredients + steps + time + tips</a:t>
          </a:r>
        </a:p>
      </dgm:t>
    </dgm:pt>
    <dgm:pt modelId="{CA7C0C4F-5082-4750-9F2D-E7D13A3CB5C2}" type="parTrans" cxnId="{D1D31378-D955-4F3A-8B56-0762F400F3A6}">
      <dgm:prSet/>
      <dgm:spPr/>
      <dgm:t>
        <a:bodyPr/>
        <a:lstStyle/>
        <a:p>
          <a:endParaRPr lang="en-US"/>
        </a:p>
      </dgm:t>
    </dgm:pt>
    <dgm:pt modelId="{DAAB0C79-8156-4968-A902-D6D42DEF738C}" type="sibTrans" cxnId="{D1D31378-D955-4F3A-8B56-0762F400F3A6}">
      <dgm:prSet/>
      <dgm:spPr/>
      <dgm:t>
        <a:bodyPr/>
        <a:lstStyle/>
        <a:p>
          <a:endParaRPr lang="en-US"/>
        </a:p>
      </dgm:t>
    </dgm:pt>
    <dgm:pt modelId="{9D29976D-C354-4E7A-B65F-B89797CD1876}" type="pres">
      <dgm:prSet presAssocID="{0539C211-D4B1-48A6-9154-D5380E850EE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17F16D-6BE1-448C-AAD4-0FC5EB72B8DA}" type="pres">
      <dgm:prSet presAssocID="{87C29FC7-CF9F-4B83-899E-3CA32226E509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2A9A19-80E1-4D10-B2BA-93860D6B05A3}" type="pres">
      <dgm:prSet presAssocID="{1E75D668-4245-4AB5-A579-FFBE9AA3C088}" presName="sibTrans" presStyleCnt="0"/>
      <dgm:spPr/>
    </dgm:pt>
    <dgm:pt modelId="{60343086-9656-4250-8DC3-6D73CD34665B}" type="pres">
      <dgm:prSet presAssocID="{6909BD33-917E-47B2-94DF-19D6AAFB202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F7C5C1-FDCC-431A-B0F4-251AA8271F9A}" type="pres">
      <dgm:prSet presAssocID="{E2F26F51-09F3-4590-A0F0-57D9CF037F76}" presName="sibTrans" presStyleCnt="0"/>
      <dgm:spPr/>
    </dgm:pt>
    <dgm:pt modelId="{D7F0E74A-0DDE-497E-B961-A7EA282E3884}" type="pres">
      <dgm:prSet presAssocID="{F5FACF31-CDFB-4628-BE75-7AA94B4A0CDD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A0D8DE-0244-4E3A-9908-2BEBCF0FF1E7}" type="pres">
      <dgm:prSet presAssocID="{664AA5C1-3942-4EAE-AC33-9E88622993FC}" presName="sibTrans" presStyleCnt="0"/>
      <dgm:spPr/>
    </dgm:pt>
    <dgm:pt modelId="{B183B7F9-0B81-4DB8-AD87-0A7575A4F14C}" type="pres">
      <dgm:prSet presAssocID="{A6A2964C-0AD8-4A40-B0F1-4F9B1E9CA063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050D2E-110C-43BC-8722-CA72D7866C0E}" type="pres">
      <dgm:prSet presAssocID="{08B307BA-6C4B-477F-9925-1D0ED4E638CE}" presName="sibTrans" presStyleCnt="0"/>
      <dgm:spPr/>
    </dgm:pt>
    <dgm:pt modelId="{66D00100-8309-47EA-9C3B-50F3AEE9C0DC}" type="pres">
      <dgm:prSet presAssocID="{CD037D95-22CF-4E6E-ADE9-BF8A48D0BC74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34C1FC-B646-405B-9AC5-699F22D510A1}" type="pres">
      <dgm:prSet presAssocID="{D26CDECF-DD91-4DB0-A8BB-792B9F6C3CD0}" presName="sibTrans" presStyleCnt="0"/>
      <dgm:spPr/>
    </dgm:pt>
    <dgm:pt modelId="{C1C7AF14-98E6-447E-BBCC-8C4BAADC0D5E}" type="pres">
      <dgm:prSet presAssocID="{5003B1B6-5B4D-4F1C-9BDA-C3AB5574EFDA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8B7CFFE-5A73-4769-94C3-DB7D76744E73}" type="presOf" srcId="{87C29FC7-CF9F-4B83-899E-3CA32226E509}" destId="{4E17F16D-6BE1-448C-AAD4-0FC5EB72B8DA}" srcOrd="0" destOrd="0" presId="urn:microsoft.com/office/officeart/2005/8/layout/default"/>
    <dgm:cxn modelId="{E6471B6B-6A1A-44BD-A473-1AEEED9D471B}" type="presOf" srcId="{CD037D95-22CF-4E6E-ADE9-BF8A48D0BC74}" destId="{66D00100-8309-47EA-9C3B-50F3AEE9C0DC}" srcOrd="0" destOrd="0" presId="urn:microsoft.com/office/officeart/2005/8/layout/default"/>
    <dgm:cxn modelId="{5DA66CAD-C62A-49C3-BE57-E4AACC889ABF}" type="presOf" srcId="{6909BD33-917E-47B2-94DF-19D6AAFB2023}" destId="{60343086-9656-4250-8DC3-6D73CD34665B}" srcOrd="0" destOrd="0" presId="urn:microsoft.com/office/officeart/2005/8/layout/default"/>
    <dgm:cxn modelId="{DA466A32-BF90-4200-9448-7DA45FA4F697}" srcId="{0539C211-D4B1-48A6-9154-D5380E850EE7}" destId="{CD037D95-22CF-4E6E-ADE9-BF8A48D0BC74}" srcOrd="4" destOrd="0" parTransId="{07784FA5-7464-423D-9D24-831F51DA8D33}" sibTransId="{D26CDECF-DD91-4DB0-A8BB-792B9F6C3CD0}"/>
    <dgm:cxn modelId="{8D754C34-F1F5-443F-9932-68F925B09AA8}" type="presOf" srcId="{F5FACF31-CDFB-4628-BE75-7AA94B4A0CDD}" destId="{D7F0E74A-0DDE-497E-B961-A7EA282E3884}" srcOrd="0" destOrd="0" presId="urn:microsoft.com/office/officeart/2005/8/layout/default"/>
    <dgm:cxn modelId="{D1D31378-D955-4F3A-8B56-0762F400F3A6}" srcId="{0539C211-D4B1-48A6-9154-D5380E850EE7}" destId="{5003B1B6-5B4D-4F1C-9BDA-C3AB5574EFDA}" srcOrd="5" destOrd="0" parTransId="{CA7C0C4F-5082-4750-9F2D-E7D13A3CB5C2}" sibTransId="{DAAB0C79-8156-4968-A902-D6D42DEF738C}"/>
    <dgm:cxn modelId="{674CC601-C6D1-4AA5-A80B-96DC7532F127}" srcId="{0539C211-D4B1-48A6-9154-D5380E850EE7}" destId="{A6A2964C-0AD8-4A40-B0F1-4F9B1E9CA063}" srcOrd="3" destOrd="0" parTransId="{9E418AC3-6BEF-4A55-8A48-FF680824D46E}" sibTransId="{08B307BA-6C4B-477F-9925-1D0ED4E638CE}"/>
    <dgm:cxn modelId="{B19F373D-E586-4822-B466-81631F9706BE}" type="presOf" srcId="{0539C211-D4B1-48A6-9154-D5380E850EE7}" destId="{9D29976D-C354-4E7A-B65F-B89797CD1876}" srcOrd="0" destOrd="0" presId="urn:microsoft.com/office/officeart/2005/8/layout/default"/>
    <dgm:cxn modelId="{B7F1AD68-0043-4FAA-AE0B-44636A88450E}" srcId="{0539C211-D4B1-48A6-9154-D5380E850EE7}" destId="{87C29FC7-CF9F-4B83-899E-3CA32226E509}" srcOrd="0" destOrd="0" parTransId="{AF555E2A-C51F-4462-BEA0-6ABA2C4CA155}" sibTransId="{1E75D668-4245-4AB5-A579-FFBE9AA3C088}"/>
    <dgm:cxn modelId="{F3825F63-66D6-4FCC-B77E-5CAD812FC7A9}" type="presOf" srcId="{5003B1B6-5B4D-4F1C-9BDA-C3AB5574EFDA}" destId="{C1C7AF14-98E6-447E-BBCC-8C4BAADC0D5E}" srcOrd="0" destOrd="0" presId="urn:microsoft.com/office/officeart/2005/8/layout/default"/>
    <dgm:cxn modelId="{4DC83B0E-CFA2-4EF2-8815-DDBA8E289971}" srcId="{0539C211-D4B1-48A6-9154-D5380E850EE7}" destId="{F5FACF31-CDFB-4628-BE75-7AA94B4A0CDD}" srcOrd="2" destOrd="0" parTransId="{01222B9F-6B56-446C-B46C-EE60DD08D550}" sibTransId="{664AA5C1-3942-4EAE-AC33-9E88622993FC}"/>
    <dgm:cxn modelId="{D1A676FB-0942-4B0E-AD76-259AC306D21A}" type="presOf" srcId="{A6A2964C-0AD8-4A40-B0F1-4F9B1E9CA063}" destId="{B183B7F9-0B81-4DB8-AD87-0A7575A4F14C}" srcOrd="0" destOrd="0" presId="urn:microsoft.com/office/officeart/2005/8/layout/default"/>
    <dgm:cxn modelId="{5402ACE9-760C-48D8-8CCF-0F7C490541FF}" srcId="{0539C211-D4B1-48A6-9154-D5380E850EE7}" destId="{6909BD33-917E-47B2-94DF-19D6AAFB2023}" srcOrd="1" destOrd="0" parTransId="{F3A9107F-9A2B-45FE-8249-258870658DC5}" sibTransId="{E2F26F51-09F3-4590-A0F0-57D9CF037F76}"/>
    <dgm:cxn modelId="{F9E3916B-FF41-4847-8837-ADD99A40ABDB}" type="presParOf" srcId="{9D29976D-C354-4E7A-B65F-B89797CD1876}" destId="{4E17F16D-6BE1-448C-AAD4-0FC5EB72B8DA}" srcOrd="0" destOrd="0" presId="urn:microsoft.com/office/officeart/2005/8/layout/default"/>
    <dgm:cxn modelId="{193730DB-8B76-4219-B669-E3CE855D6F13}" type="presParOf" srcId="{9D29976D-C354-4E7A-B65F-B89797CD1876}" destId="{722A9A19-80E1-4D10-B2BA-93860D6B05A3}" srcOrd="1" destOrd="0" presId="urn:microsoft.com/office/officeart/2005/8/layout/default"/>
    <dgm:cxn modelId="{F8D67905-4296-4F92-B11B-66120FD8367E}" type="presParOf" srcId="{9D29976D-C354-4E7A-B65F-B89797CD1876}" destId="{60343086-9656-4250-8DC3-6D73CD34665B}" srcOrd="2" destOrd="0" presId="urn:microsoft.com/office/officeart/2005/8/layout/default"/>
    <dgm:cxn modelId="{3423F3BF-5F26-4493-A8F7-E56028743379}" type="presParOf" srcId="{9D29976D-C354-4E7A-B65F-B89797CD1876}" destId="{8AF7C5C1-FDCC-431A-B0F4-251AA8271F9A}" srcOrd="3" destOrd="0" presId="urn:microsoft.com/office/officeart/2005/8/layout/default"/>
    <dgm:cxn modelId="{C493F027-E556-49F8-B078-49FB61A5A956}" type="presParOf" srcId="{9D29976D-C354-4E7A-B65F-B89797CD1876}" destId="{D7F0E74A-0DDE-497E-B961-A7EA282E3884}" srcOrd="4" destOrd="0" presId="urn:microsoft.com/office/officeart/2005/8/layout/default"/>
    <dgm:cxn modelId="{E78E9591-8864-461D-9E69-D304F7CBF78D}" type="presParOf" srcId="{9D29976D-C354-4E7A-B65F-B89797CD1876}" destId="{F0A0D8DE-0244-4E3A-9908-2BEBCF0FF1E7}" srcOrd="5" destOrd="0" presId="urn:microsoft.com/office/officeart/2005/8/layout/default"/>
    <dgm:cxn modelId="{96B3DE5E-1E3E-4A40-A1EE-C59311975582}" type="presParOf" srcId="{9D29976D-C354-4E7A-B65F-B89797CD1876}" destId="{B183B7F9-0B81-4DB8-AD87-0A7575A4F14C}" srcOrd="6" destOrd="0" presId="urn:microsoft.com/office/officeart/2005/8/layout/default"/>
    <dgm:cxn modelId="{6B97140B-4DE7-47EB-852D-CDED239B5A4B}" type="presParOf" srcId="{9D29976D-C354-4E7A-B65F-B89797CD1876}" destId="{8A050D2E-110C-43BC-8722-CA72D7866C0E}" srcOrd="7" destOrd="0" presId="urn:microsoft.com/office/officeart/2005/8/layout/default"/>
    <dgm:cxn modelId="{909AF047-73C7-4C3E-90E3-287AAE969172}" type="presParOf" srcId="{9D29976D-C354-4E7A-B65F-B89797CD1876}" destId="{66D00100-8309-47EA-9C3B-50F3AEE9C0DC}" srcOrd="8" destOrd="0" presId="urn:microsoft.com/office/officeart/2005/8/layout/default"/>
    <dgm:cxn modelId="{B9CADCB8-1C0B-4B11-9559-09B0853BAFA1}" type="presParOf" srcId="{9D29976D-C354-4E7A-B65F-B89797CD1876}" destId="{EF34C1FC-B646-405B-9AC5-699F22D510A1}" srcOrd="9" destOrd="0" presId="urn:microsoft.com/office/officeart/2005/8/layout/default"/>
    <dgm:cxn modelId="{019AE725-A436-438D-8D72-D6436B3E2972}" type="presParOf" srcId="{9D29976D-C354-4E7A-B65F-B89797CD1876}" destId="{C1C7AF14-98E6-447E-BBCC-8C4BAADC0D5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A1816BE-2795-46B8-869B-F31351E41A1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5205EC-D935-4FAA-BCEE-81EEAF98E0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Semantic Consistency – Trả lời đúng ngữ nghĩa.</a:t>
          </a:r>
        </a:p>
      </dgm:t>
    </dgm:pt>
    <dgm:pt modelId="{CC735B3A-B3C8-4555-9D87-834F50713717}" type="parTrans" cxnId="{1EC0DE76-11A1-429A-80F6-3329B9DC2452}">
      <dgm:prSet/>
      <dgm:spPr/>
      <dgm:t>
        <a:bodyPr/>
        <a:lstStyle/>
        <a:p>
          <a:endParaRPr lang="en-US"/>
        </a:p>
      </dgm:t>
    </dgm:pt>
    <dgm:pt modelId="{EC78222B-6FA4-4392-8A90-C318AF8A1533}" type="sibTrans" cxnId="{1EC0DE76-11A1-429A-80F6-3329B9DC2452}">
      <dgm:prSet/>
      <dgm:spPr/>
      <dgm:t>
        <a:bodyPr/>
        <a:lstStyle/>
        <a:p>
          <a:endParaRPr lang="en-US"/>
        </a:p>
      </dgm:t>
    </dgm:pt>
    <dgm:pt modelId="{082284DF-8BE3-4A21-989B-F9E1848EBE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Culinary Accuracy – Công thức hợp lý.</a:t>
          </a:r>
        </a:p>
      </dgm:t>
    </dgm:pt>
    <dgm:pt modelId="{776A428E-264A-4693-9C9D-CE17558C6993}" type="parTrans" cxnId="{A1E41368-8D76-4AB2-9759-236CA4D27143}">
      <dgm:prSet/>
      <dgm:spPr/>
      <dgm:t>
        <a:bodyPr/>
        <a:lstStyle/>
        <a:p>
          <a:endParaRPr lang="en-US"/>
        </a:p>
      </dgm:t>
    </dgm:pt>
    <dgm:pt modelId="{B296D78F-7E3E-4FB3-AC29-4D4C948C453A}" type="sibTrans" cxnId="{A1E41368-8D76-4AB2-9759-236CA4D27143}">
      <dgm:prSet/>
      <dgm:spPr/>
      <dgm:t>
        <a:bodyPr/>
        <a:lstStyle/>
        <a:p>
          <a:endParaRPr lang="en-US"/>
        </a:p>
      </dgm:t>
    </dgm:pt>
    <dgm:pt modelId="{CCE22271-2DE4-40C0-BE9B-7B9868D571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Personalization – Gợi ý theo nhu cầu user.</a:t>
          </a:r>
        </a:p>
      </dgm:t>
    </dgm:pt>
    <dgm:pt modelId="{1319BD7C-F15D-4C4E-A6D6-2F235BE49F3E}" type="parTrans" cxnId="{CE1A685E-763B-431A-8991-C8C7CEA70C79}">
      <dgm:prSet/>
      <dgm:spPr/>
      <dgm:t>
        <a:bodyPr/>
        <a:lstStyle/>
        <a:p>
          <a:endParaRPr lang="en-US"/>
        </a:p>
      </dgm:t>
    </dgm:pt>
    <dgm:pt modelId="{431CA199-21E8-424B-84E4-5EEFEECD5D1A}" type="sibTrans" cxnId="{CE1A685E-763B-431A-8991-C8C7CEA70C79}">
      <dgm:prSet/>
      <dgm:spPr/>
      <dgm:t>
        <a:bodyPr/>
        <a:lstStyle/>
        <a:p>
          <a:endParaRPr lang="en-US"/>
        </a:p>
      </dgm:t>
    </dgm:pt>
    <dgm:pt modelId="{50163F89-8FE4-4F5D-AD72-490D8FC858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Response Clarity – Dễ hiểu, rõ ràng.</a:t>
          </a:r>
        </a:p>
      </dgm:t>
    </dgm:pt>
    <dgm:pt modelId="{83E9D32A-0597-4050-B8D9-E98769350D98}" type="parTrans" cxnId="{B2DD7584-DBD1-4373-A3D2-D80F6D8AC04B}">
      <dgm:prSet/>
      <dgm:spPr/>
      <dgm:t>
        <a:bodyPr/>
        <a:lstStyle/>
        <a:p>
          <a:endParaRPr lang="en-US"/>
        </a:p>
      </dgm:t>
    </dgm:pt>
    <dgm:pt modelId="{72A4F535-8C11-4BCB-958C-E9850378B465}" type="sibTrans" cxnId="{B2DD7584-DBD1-4373-A3D2-D80F6D8AC04B}">
      <dgm:prSet/>
      <dgm:spPr/>
      <dgm:t>
        <a:bodyPr/>
        <a:lstStyle/>
        <a:p>
          <a:endParaRPr lang="en-US"/>
        </a:p>
      </dgm:t>
    </dgm:pt>
    <dgm:pt modelId="{391D9FFD-AEAC-4A4F-9CF8-92EBA19D8D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Multilingual Consistency – Giữ nghĩa Anh–Việt.</a:t>
          </a:r>
        </a:p>
      </dgm:t>
    </dgm:pt>
    <dgm:pt modelId="{2E33524B-0C16-489A-BCE6-2BD2CC3F1986}" type="parTrans" cxnId="{268F27CF-D059-40F0-99FD-C61CA85FE658}">
      <dgm:prSet/>
      <dgm:spPr/>
      <dgm:t>
        <a:bodyPr/>
        <a:lstStyle/>
        <a:p>
          <a:endParaRPr lang="en-US"/>
        </a:p>
      </dgm:t>
    </dgm:pt>
    <dgm:pt modelId="{5B82356B-BFA4-466B-A7A5-EACB2196795E}" type="sibTrans" cxnId="{268F27CF-D059-40F0-99FD-C61CA85FE658}">
      <dgm:prSet/>
      <dgm:spPr/>
      <dgm:t>
        <a:bodyPr/>
        <a:lstStyle/>
        <a:p>
          <a:endParaRPr lang="en-US"/>
        </a:p>
      </dgm:t>
    </dgm:pt>
    <dgm:pt modelId="{15D68C0E-D768-48E1-AE04-617C4E84D55F}" type="pres">
      <dgm:prSet presAssocID="{5A1816BE-2795-46B8-869B-F31351E41A1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AFA8D88-EEDE-49C9-9DA7-3A1C4562EDC3}" type="pres">
      <dgm:prSet presAssocID="{8E5205EC-D935-4FAA-BCEE-81EEAF98E083}" presName="compNode" presStyleCnt="0"/>
      <dgm:spPr/>
    </dgm:pt>
    <dgm:pt modelId="{6D1995E8-2D86-4768-8E9D-6F4D6F1C9960}" type="pres">
      <dgm:prSet presAssocID="{8E5205EC-D935-4FAA-BCEE-81EEAF98E08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A3EA2E6-D7A9-4858-9473-CC2C1B1B2456}" type="pres">
      <dgm:prSet presAssocID="{8E5205EC-D935-4FAA-BCEE-81EEAF98E083}" presName="spaceRect" presStyleCnt="0"/>
      <dgm:spPr/>
    </dgm:pt>
    <dgm:pt modelId="{8887724D-9408-417B-BC10-61258DEE7A2E}" type="pres">
      <dgm:prSet presAssocID="{8E5205EC-D935-4FAA-BCEE-81EEAF98E083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CBC196A-F982-4BAB-B6A5-748D32ECEF18}" type="pres">
      <dgm:prSet presAssocID="{EC78222B-6FA4-4392-8A90-C318AF8A1533}" presName="sibTrans" presStyleCnt="0"/>
      <dgm:spPr/>
    </dgm:pt>
    <dgm:pt modelId="{71E4CE2B-F948-4CA5-9C88-E4CB212A3726}" type="pres">
      <dgm:prSet presAssocID="{082284DF-8BE3-4A21-989B-F9E1848EBE44}" presName="compNode" presStyleCnt="0"/>
      <dgm:spPr/>
    </dgm:pt>
    <dgm:pt modelId="{4A1E813A-F9B8-4735-A62B-3DE7BC4CF9F7}" type="pres">
      <dgm:prSet presAssocID="{082284DF-8BE3-4A21-989B-F9E1848EBE4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1A26C095-45CD-434C-8F97-61BF589F6298}" type="pres">
      <dgm:prSet presAssocID="{082284DF-8BE3-4A21-989B-F9E1848EBE44}" presName="spaceRect" presStyleCnt="0"/>
      <dgm:spPr/>
    </dgm:pt>
    <dgm:pt modelId="{882FA66C-E5F1-429B-832A-4853C1343B08}" type="pres">
      <dgm:prSet presAssocID="{082284DF-8BE3-4A21-989B-F9E1848EBE44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6868B4D-5672-461C-A9DB-641C6D3CA76C}" type="pres">
      <dgm:prSet presAssocID="{B296D78F-7E3E-4FB3-AC29-4D4C948C453A}" presName="sibTrans" presStyleCnt="0"/>
      <dgm:spPr/>
    </dgm:pt>
    <dgm:pt modelId="{ADAA385B-7EB9-4FD4-988D-FAAB9B66DDF7}" type="pres">
      <dgm:prSet presAssocID="{CCE22271-2DE4-40C0-BE9B-7B9868D57150}" presName="compNode" presStyleCnt="0"/>
      <dgm:spPr/>
    </dgm:pt>
    <dgm:pt modelId="{3D8E6F64-23E3-4D44-B4F6-028CC7EA8876}" type="pres">
      <dgm:prSet presAssocID="{CCE22271-2DE4-40C0-BE9B-7B9868D5715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4728889-E3AE-4875-BB3B-842039F52427}" type="pres">
      <dgm:prSet presAssocID="{CCE22271-2DE4-40C0-BE9B-7B9868D57150}" presName="spaceRect" presStyleCnt="0"/>
      <dgm:spPr/>
    </dgm:pt>
    <dgm:pt modelId="{69321A99-5870-4FC8-A3BF-538054CB8233}" type="pres">
      <dgm:prSet presAssocID="{CCE22271-2DE4-40C0-BE9B-7B9868D57150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EB68C85-4C51-4508-A652-13BD3837C3EF}" type="pres">
      <dgm:prSet presAssocID="{431CA199-21E8-424B-84E4-5EEFEECD5D1A}" presName="sibTrans" presStyleCnt="0"/>
      <dgm:spPr/>
    </dgm:pt>
    <dgm:pt modelId="{FDBB7F39-1030-4B0D-8EB9-9E409313169D}" type="pres">
      <dgm:prSet presAssocID="{50163F89-8FE4-4F5D-AD72-490D8FC85846}" presName="compNode" presStyleCnt="0"/>
      <dgm:spPr/>
    </dgm:pt>
    <dgm:pt modelId="{38F4F42F-F31A-4C09-905E-50BD6A171CC0}" type="pres">
      <dgm:prSet presAssocID="{50163F89-8FE4-4F5D-AD72-490D8FC8584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2C170C98-8860-47D3-85F8-4AFDDF46BB4C}" type="pres">
      <dgm:prSet presAssocID="{50163F89-8FE4-4F5D-AD72-490D8FC85846}" presName="spaceRect" presStyleCnt="0"/>
      <dgm:spPr/>
    </dgm:pt>
    <dgm:pt modelId="{F7896BE8-5585-4719-8896-3127AC6AF585}" type="pres">
      <dgm:prSet presAssocID="{50163F89-8FE4-4F5D-AD72-490D8FC85846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8507F4BF-E349-41F6-92C1-B8D68A9C5DFD}" type="pres">
      <dgm:prSet presAssocID="{72A4F535-8C11-4BCB-958C-E9850378B465}" presName="sibTrans" presStyleCnt="0"/>
      <dgm:spPr/>
    </dgm:pt>
    <dgm:pt modelId="{5134C5D1-B968-4A01-B7D4-F4047C0D9958}" type="pres">
      <dgm:prSet presAssocID="{391D9FFD-AEAC-4A4F-9CF8-92EBA19D8D3A}" presName="compNode" presStyleCnt="0"/>
      <dgm:spPr/>
    </dgm:pt>
    <dgm:pt modelId="{BB43B9EC-EF8B-48AA-9B53-047F38144466}" type="pres">
      <dgm:prSet presAssocID="{391D9FFD-AEAC-4A4F-9CF8-92EBA19D8D3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F99252DF-AC7E-4E87-BD21-F7D1CDD7C50F}" type="pres">
      <dgm:prSet presAssocID="{391D9FFD-AEAC-4A4F-9CF8-92EBA19D8D3A}" presName="spaceRect" presStyleCnt="0"/>
      <dgm:spPr/>
    </dgm:pt>
    <dgm:pt modelId="{964CB00D-DD23-4499-AAA1-989853FD6159}" type="pres">
      <dgm:prSet presAssocID="{391D9FFD-AEAC-4A4F-9CF8-92EBA19D8D3A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1697346-7ABB-4453-B3B6-ECA07A77591C}" type="presOf" srcId="{5A1816BE-2795-46B8-869B-F31351E41A12}" destId="{15D68C0E-D768-48E1-AE04-617C4E84D55F}" srcOrd="0" destOrd="0" presId="urn:microsoft.com/office/officeart/2018/2/layout/IconLabelList"/>
    <dgm:cxn modelId="{B2DD7584-DBD1-4373-A3D2-D80F6D8AC04B}" srcId="{5A1816BE-2795-46B8-869B-F31351E41A12}" destId="{50163F89-8FE4-4F5D-AD72-490D8FC85846}" srcOrd="3" destOrd="0" parTransId="{83E9D32A-0597-4050-B8D9-E98769350D98}" sibTransId="{72A4F535-8C11-4BCB-958C-E9850378B465}"/>
    <dgm:cxn modelId="{268F27CF-D059-40F0-99FD-C61CA85FE658}" srcId="{5A1816BE-2795-46B8-869B-F31351E41A12}" destId="{391D9FFD-AEAC-4A4F-9CF8-92EBA19D8D3A}" srcOrd="4" destOrd="0" parTransId="{2E33524B-0C16-489A-BCE6-2BD2CC3F1986}" sibTransId="{5B82356B-BFA4-466B-A7A5-EACB2196795E}"/>
    <dgm:cxn modelId="{CE1A685E-763B-431A-8991-C8C7CEA70C79}" srcId="{5A1816BE-2795-46B8-869B-F31351E41A12}" destId="{CCE22271-2DE4-40C0-BE9B-7B9868D57150}" srcOrd="2" destOrd="0" parTransId="{1319BD7C-F15D-4C4E-A6D6-2F235BE49F3E}" sibTransId="{431CA199-21E8-424B-84E4-5EEFEECD5D1A}"/>
    <dgm:cxn modelId="{E1397718-91CA-4208-8C02-E277A9031B1F}" type="presOf" srcId="{CCE22271-2DE4-40C0-BE9B-7B9868D57150}" destId="{69321A99-5870-4FC8-A3BF-538054CB8233}" srcOrd="0" destOrd="0" presId="urn:microsoft.com/office/officeart/2018/2/layout/IconLabelList"/>
    <dgm:cxn modelId="{26A6DB14-D59B-4D01-9B1D-36BD6C3C228F}" type="presOf" srcId="{391D9FFD-AEAC-4A4F-9CF8-92EBA19D8D3A}" destId="{964CB00D-DD23-4499-AAA1-989853FD6159}" srcOrd="0" destOrd="0" presId="urn:microsoft.com/office/officeart/2018/2/layout/IconLabelList"/>
    <dgm:cxn modelId="{BAFED670-C23D-4DD2-83C6-1904E1CCBC81}" type="presOf" srcId="{082284DF-8BE3-4A21-989B-F9E1848EBE44}" destId="{882FA66C-E5F1-429B-832A-4853C1343B08}" srcOrd="0" destOrd="0" presId="urn:microsoft.com/office/officeart/2018/2/layout/IconLabelList"/>
    <dgm:cxn modelId="{1EC0DE76-11A1-429A-80F6-3329B9DC2452}" srcId="{5A1816BE-2795-46B8-869B-F31351E41A12}" destId="{8E5205EC-D935-4FAA-BCEE-81EEAF98E083}" srcOrd="0" destOrd="0" parTransId="{CC735B3A-B3C8-4555-9D87-834F50713717}" sibTransId="{EC78222B-6FA4-4392-8A90-C318AF8A1533}"/>
    <dgm:cxn modelId="{EC9C4CC8-0086-42F3-BF9F-BDC89EEE80CB}" type="presOf" srcId="{8E5205EC-D935-4FAA-BCEE-81EEAF98E083}" destId="{8887724D-9408-417B-BC10-61258DEE7A2E}" srcOrd="0" destOrd="0" presId="urn:microsoft.com/office/officeart/2018/2/layout/IconLabelList"/>
    <dgm:cxn modelId="{A1E41368-8D76-4AB2-9759-236CA4D27143}" srcId="{5A1816BE-2795-46B8-869B-F31351E41A12}" destId="{082284DF-8BE3-4A21-989B-F9E1848EBE44}" srcOrd="1" destOrd="0" parTransId="{776A428E-264A-4693-9C9D-CE17558C6993}" sibTransId="{B296D78F-7E3E-4FB3-AC29-4D4C948C453A}"/>
    <dgm:cxn modelId="{1D2998F1-D56C-4670-9853-DE3392E0CF20}" type="presOf" srcId="{50163F89-8FE4-4F5D-AD72-490D8FC85846}" destId="{F7896BE8-5585-4719-8896-3127AC6AF585}" srcOrd="0" destOrd="0" presId="urn:microsoft.com/office/officeart/2018/2/layout/IconLabelList"/>
    <dgm:cxn modelId="{2B758C3E-A313-4D15-9341-5A3E76FB036A}" type="presParOf" srcId="{15D68C0E-D768-48E1-AE04-617C4E84D55F}" destId="{3AFA8D88-EEDE-49C9-9DA7-3A1C4562EDC3}" srcOrd="0" destOrd="0" presId="urn:microsoft.com/office/officeart/2018/2/layout/IconLabelList"/>
    <dgm:cxn modelId="{FBBD1481-FFE7-4FBD-A767-BE31785AAB1C}" type="presParOf" srcId="{3AFA8D88-EEDE-49C9-9DA7-3A1C4562EDC3}" destId="{6D1995E8-2D86-4768-8E9D-6F4D6F1C9960}" srcOrd="0" destOrd="0" presId="urn:microsoft.com/office/officeart/2018/2/layout/IconLabelList"/>
    <dgm:cxn modelId="{A6B224CE-D87E-4793-A299-74F1DE95ED2F}" type="presParOf" srcId="{3AFA8D88-EEDE-49C9-9DA7-3A1C4562EDC3}" destId="{5A3EA2E6-D7A9-4858-9473-CC2C1B1B2456}" srcOrd="1" destOrd="0" presId="urn:microsoft.com/office/officeart/2018/2/layout/IconLabelList"/>
    <dgm:cxn modelId="{EC8B54B2-E734-4BBC-91A4-F89422039FFC}" type="presParOf" srcId="{3AFA8D88-EEDE-49C9-9DA7-3A1C4562EDC3}" destId="{8887724D-9408-417B-BC10-61258DEE7A2E}" srcOrd="2" destOrd="0" presId="urn:microsoft.com/office/officeart/2018/2/layout/IconLabelList"/>
    <dgm:cxn modelId="{8D7D04B3-38FB-4968-BDCB-317C2ECEB53A}" type="presParOf" srcId="{15D68C0E-D768-48E1-AE04-617C4E84D55F}" destId="{2CBC196A-F982-4BAB-B6A5-748D32ECEF18}" srcOrd="1" destOrd="0" presId="urn:microsoft.com/office/officeart/2018/2/layout/IconLabelList"/>
    <dgm:cxn modelId="{B2133576-64DF-4186-AF23-4C3FD9FCC7DD}" type="presParOf" srcId="{15D68C0E-D768-48E1-AE04-617C4E84D55F}" destId="{71E4CE2B-F948-4CA5-9C88-E4CB212A3726}" srcOrd="2" destOrd="0" presId="urn:microsoft.com/office/officeart/2018/2/layout/IconLabelList"/>
    <dgm:cxn modelId="{18891730-2208-47B4-B88E-4CF478F6478C}" type="presParOf" srcId="{71E4CE2B-F948-4CA5-9C88-E4CB212A3726}" destId="{4A1E813A-F9B8-4735-A62B-3DE7BC4CF9F7}" srcOrd="0" destOrd="0" presId="urn:microsoft.com/office/officeart/2018/2/layout/IconLabelList"/>
    <dgm:cxn modelId="{0298CFEF-C8AF-4169-B671-7FAED911351D}" type="presParOf" srcId="{71E4CE2B-F948-4CA5-9C88-E4CB212A3726}" destId="{1A26C095-45CD-434C-8F97-61BF589F6298}" srcOrd="1" destOrd="0" presId="urn:microsoft.com/office/officeart/2018/2/layout/IconLabelList"/>
    <dgm:cxn modelId="{F37CCBD3-33B7-44ED-8128-FCAC049E87C6}" type="presParOf" srcId="{71E4CE2B-F948-4CA5-9C88-E4CB212A3726}" destId="{882FA66C-E5F1-429B-832A-4853C1343B08}" srcOrd="2" destOrd="0" presId="urn:microsoft.com/office/officeart/2018/2/layout/IconLabelList"/>
    <dgm:cxn modelId="{6CAFE525-2D60-47DC-8D3E-1F977AA9940E}" type="presParOf" srcId="{15D68C0E-D768-48E1-AE04-617C4E84D55F}" destId="{D6868B4D-5672-461C-A9DB-641C6D3CA76C}" srcOrd="3" destOrd="0" presId="urn:microsoft.com/office/officeart/2018/2/layout/IconLabelList"/>
    <dgm:cxn modelId="{9E430BA8-A2F7-4279-9CD1-CC2DECFEE06D}" type="presParOf" srcId="{15D68C0E-D768-48E1-AE04-617C4E84D55F}" destId="{ADAA385B-7EB9-4FD4-988D-FAAB9B66DDF7}" srcOrd="4" destOrd="0" presId="urn:microsoft.com/office/officeart/2018/2/layout/IconLabelList"/>
    <dgm:cxn modelId="{8FC65F50-FAF0-4ECA-811E-6CF86E71550C}" type="presParOf" srcId="{ADAA385B-7EB9-4FD4-988D-FAAB9B66DDF7}" destId="{3D8E6F64-23E3-4D44-B4F6-028CC7EA8876}" srcOrd="0" destOrd="0" presId="urn:microsoft.com/office/officeart/2018/2/layout/IconLabelList"/>
    <dgm:cxn modelId="{F2226BD1-E0E3-473C-A80E-03CFF42671F8}" type="presParOf" srcId="{ADAA385B-7EB9-4FD4-988D-FAAB9B66DDF7}" destId="{04728889-E3AE-4875-BB3B-842039F52427}" srcOrd="1" destOrd="0" presId="urn:microsoft.com/office/officeart/2018/2/layout/IconLabelList"/>
    <dgm:cxn modelId="{D5C2C919-B556-4285-9FFE-2462DFE25B6F}" type="presParOf" srcId="{ADAA385B-7EB9-4FD4-988D-FAAB9B66DDF7}" destId="{69321A99-5870-4FC8-A3BF-538054CB8233}" srcOrd="2" destOrd="0" presId="urn:microsoft.com/office/officeart/2018/2/layout/IconLabelList"/>
    <dgm:cxn modelId="{D36D385B-14D3-424A-A5FF-FEF0C368A118}" type="presParOf" srcId="{15D68C0E-D768-48E1-AE04-617C4E84D55F}" destId="{AEB68C85-4C51-4508-A652-13BD3837C3EF}" srcOrd="5" destOrd="0" presId="urn:microsoft.com/office/officeart/2018/2/layout/IconLabelList"/>
    <dgm:cxn modelId="{E8D0925E-E53C-4191-878A-253D1C1029F5}" type="presParOf" srcId="{15D68C0E-D768-48E1-AE04-617C4E84D55F}" destId="{FDBB7F39-1030-4B0D-8EB9-9E409313169D}" srcOrd="6" destOrd="0" presId="urn:microsoft.com/office/officeart/2018/2/layout/IconLabelList"/>
    <dgm:cxn modelId="{6082A899-9E25-47B9-A983-79CD385F616B}" type="presParOf" srcId="{FDBB7F39-1030-4B0D-8EB9-9E409313169D}" destId="{38F4F42F-F31A-4C09-905E-50BD6A171CC0}" srcOrd="0" destOrd="0" presId="urn:microsoft.com/office/officeart/2018/2/layout/IconLabelList"/>
    <dgm:cxn modelId="{A74A3146-A929-4614-90D1-52682EB9E6AE}" type="presParOf" srcId="{FDBB7F39-1030-4B0D-8EB9-9E409313169D}" destId="{2C170C98-8860-47D3-85F8-4AFDDF46BB4C}" srcOrd="1" destOrd="0" presId="urn:microsoft.com/office/officeart/2018/2/layout/IconLabelList"/>
    <dgm:cxn modelId="{047C3EF9-DF6F-4DA6-AE57-DA0B1FCC6A6E}" type="presParOf" srcId="{FDBB7F39-1030-4B0D-8EB9-9E409313169D}" destId="{F7896BE8-5585-4719-8896-3127AC6AF585}" srcOrd="2" destOrd="0" presId="urn:microsoft.com/office/officeart/2018/2/layout/IconLabelList"/>
    <dgm:cxn modelId="{C79ABCB3-CDCB-4484-95E9-9BBF59F3E85E}" type="presParOf" srcId="{15D68C0E-D768-48E1-AE04-617C4E84D55F}" destId="{8507F4BF-E349-41F6-92C1-B8D68A9C5DFD}" srcOrd="7" destOrd="0" presId="urn:microsoft.com/office/officeart/2018/2/layout/IconLabelList"/>
    <dgm:cxn modelId="{CF311E49-980E-4800-AE1C-D9FB89A71084}" type="presParOf" srcId="{15D68C0E-D768-48E1-AE04-617C4E84D55F}" destId="{5134C5D1-B968-4A01-B7D4-F4047C0D9958}" srcOrd="8" destOrd="0" presId="urn:microsoft.com/office/officeart/2018/2/layout/IconLabelList"/>
    <dgm:cxn modelId="{E9778165-DFF6-43C2-B857-4F21F52FE178}" type="presParOf" srcId="{5134C5D1-B968-4A01-B7D4-F4047C0D9958}" destId="{BB43B9EC-EF8B-48AA-9B53-047F38144466}" srcOrd="0" destOrd="0" presId="urn:microsoft.com/office/officeart/2018/2/layout/IconLabelList"/>
    <dgm:cxn modelId="{C0321BD7-AEC6-4C68-AC14-6022B223ACC1}" type="presParOf" srcId="{5134C5D1-B968-4A01-B7D4-F4047C0D9958}" destId="{F99252DF-AC7E-4E87-BD21-F7D1CDD7C50F}" srcOrd="1" destOrd="0" presId="urn:microsoft.com/office/officeart/2018/2/layout/IconLabelList"/>
    <dgm:cxn modelId="{C022CB78-2108-4010-BF30-4D9877ABE631}" type="presParOf" srcId="{5134C5D1-B968-4A01-B7D4-F4047C0D9958}" destId="{964CB00D-DD23-4499-AAA1-989853FD61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5C82D4-7D14-4714-B2EA-749281A44966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A77CA62-E032-46A5-80F5-C28B4EF2D063}">
      <dgm:prSet/>
      <dgm:spPr/>
      <dgm:t>
        <a:bodyPr/>
        <a:lstStyle/>
        <a:p>
          <a:r>
            <a:rPr lang="en-US"/>
            <a:t>• Voice Input – Hỏi bằng giọng nói.</a:t>
          </a:r>
        </a:p>
      </dgm:t>
    </dgm:pt>
    <dgm:pt modelId="{C14F36DE-431F-4AF5-B3BD-9F51086B2E7F}" type="parTrans" cxnId="{725BE5F4-0295-4452-8C03-CC4861B419D2}">
      <dgm:prSet/>
      <dgm:spPr/>
      <dgm:t>
        <a:bodyPr/>
        <a:lstStyle/>
        <a:p>
          <a:endParaRPr lang="en-US"/>
        </a:p>
      </dgm:t>
    </dgm:pt>
    <dgm:pt modelId="{2880B4E9-537D-4339-93A7-D4007415891C}" type="sibTrans" cxnId="{725BE5F4-0295-4452-8C03-CC4861B419D2}">
      <dgm:prSet/>
      <dgm:spPr/>
      <dgm:t>
        <a:bodyPr/>
        <a:lstStyle/>
        <a:p>
          <a:endParaRPr lang="en-US"/>
        </a:p>
      </dgm:t>
    </dgm:pt>
    <dgm:pt modelId="{1DEC5384-B50D-4B89-9D41-058E8C632E68}">
      <dgm:prSet/>
      <dgm:spPr/>
      <dgm:t>
        <a:bodyPr/>
        <a:lstStyle/>
        <a:p>
          <a:r>
            <a:rPr lang="en-US"/>
            <a:t>• Weather-based Suggestion – Món theo thời tiết.</a:t>
          </a:r>
        </a:p>
      </dgm:t>
    </dgm:pt>
    <dgm:pt modelId="{D84D484B-97E5-4DD0-B7BF-B9C06D53150F}" type="parTrans" cxnId="{20045A27-4052-4134-B33A-E42D0FD98458}">
      <dgm:prSet/>
      <dgm:spPr/>
      <dgm:t>
        <a:bodyPr/>
        <a:lstStyle/>
        <a:p>
          <a:endParaRPr lang="en-US"/>
        </a:p>
      </dgm:t>
    </dgm:pt>
    <dgm:pt modelId="{D1669167-9718-4000-BE61-0593DE86724E}" type="sibTrans" cxnId="{20045A27-4052-4134-B33A-E42D0FD98458}">
      <dgm:prSet/>
      <dgm:spPr/>
      <dgm:t>
        <a:bodyPr/>
        <a:lstStyle/>
        <a:p>
          <a:endParaRPr lang="en-US"/>
        </a:p>
      </dgm:t>
    </dgm:pt>
    <dgm:pt modelId="{B935B3B0-04A9-464C-BC32-87BDD11456EE}">
      <dgm:prSet/>
      <dgm:spPr/>
      <dgm:t>
        <a:bodyPr/>
        <a:lstStyle/>
        <a:p>
          <a:r>
            <a:rPr lang="en-US"/>
            <a:t>• User Profile Memory – Gợi ý theo lịch sử.</a:t>
          </a:r>
        </a:p>
      </dgm:t>
    </dgm:pt>
    <dgm:pt modelId="{DB4744C1-A1AF-4EEB-A49D-9C441508DD0B}" type="parTrans" cxnId="{B107F78F-CEEE-42D8-B30A-4D7280865DA3}">
      <dgm:prSet/>
      <dgm:spPr/>
      <dgm:t>
        <a:bodyPr/>
        <a:lstStyle/>
        <a:p>
          <a:endParaRPr lang="en-US"/>
        </a:p>
      </dgm:t>
    </dgm:pt>
    <dgm:pt modelId="{3C8FE10A-D0F7-49AD-B110-883519841C0E}" type="sibTrans" cxnId="{B107F78F-CEEE-42D8-B30A-4D7280865DA3}">
      <dgm:prSet/>
      <dgm:spPr/>
      <dgm:t>
        <a:bodyPr/>
        <a:lstStyle/>
        <a:p>
          <a:endParaRPr lang="en-US"/>
        </a:p>
      </dgm:t>
    </dgm:pt>
    <dgm:pt modelId="{123E75C1-AA9D-4B0F-B7EA-8A456CB4519D}">
      <dgm:prSet/>
      <dgm:spPr/>
      <dgm:t>
        <a:bodyPr/>
        <a:lstStyle/>
        <a:p>
          <a:r>
            <a:rPr lang="en-US"/>
            <a:t>• AI Vision – Nhận diện nguyên liệu bằng hình ảnh.</a:t>
          </a:r>
        </a:p>
      </dgm:t>
    </dgm:pt>
    <dgm:pt modelId="{28FFD345-CF2B-4C43-AC14-59D0AAC864BC}" type="parTrans" cxnId="{C493D915-68E6-48D8-AD8D-DAABAD3B705F}">
      <dgm:prSet/>
      <dgm:spPr/>
      <dgm:t>
        <a:bodyPr/>
        <a:lstStyle/>
        <a:p>
          <a:endParaRPr lang="en-US"/>
        </a:p>
      </dgm:t>
    </dgm:pt>
    <dgm:pt modelId="{A33BB431-DEB0-4434-AEF5-38EE967711F0}" type="sibTrans" cxnId="{C493D915-68E6-48D8-AD8D-DAABAD3B705F}">
      <dgm:prSet/>
      <dgm:spPr/>
      <dgm:t>
        <a:bodyPr/>
        <a:lstStyle/>
        <a:p>
          <a:endParaRPr lang="en-US"/>
        </a:p>
      </dgm:t>
    </dgm:pt>
    <dgm:pt modelId="{9140C629-DB31-4355-9244-8EA291034D9E}" type="pres">
      <dgm:prSet presAssocID="{DC5C82D4-7D14-4714-B2EA-749281A44966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E8B1A68-90F4-4F62-970C-011E10EA6FF5}" type="pres">
      <dgm:prSet presAssocID="{DC5C82D4-7D14-4714-B2EA-749281A44966}" presName="diamond" presStyleLbl="bgShp" presStyleIdx="0" presStyleCnt="1"/>
      <dgm:spPr/>
    </dgm:pt>
    <dgm:pt modelId="{E7E150EF-22EB-4F65-A98D-A491904106ED}" type="pres">
      <dgm:prSet presAssocID="{DC5C82D4-7D14-4714-B2EA-749281A44966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CBA69E-E39D-41E4-862F-EE03B0A953A0}" type="pres">
      <dgm:prSet presAssocID="{DC5C82D4-7D14-4714-B2EA-749281A44966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19329D-2A6A-4EA0-BF90-405350F1F00E}" type="pres">
      <dgm:prSet presAssocID="{DC5C82D4-7D14-4714-B2EA-749281A44966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912A80-2614-4217-9D70-8538B35804B7}" type="pres">
      <dgm:prSet presAssocID="{DC5C82D4-7D14-4714-B2EA-749281A44966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25BE5F4-0295-4452-8C03-CC4861B419D2}" srcId="{DC5C82D4-7D14-4714-B2EA-749281A44966}" destId="{7A77CA62-E032-46A5-80F5-C28B4EF2D063}" srcOrd="0" destOrd="0" parTransId="{C14F36DE-431F-4AF5-B3BD-9F51086B2E7F}" sibTransId="{2880B4E9-537D-4339-93A7-D4007415891C}"/>
    <dgm:cxn modelId="{7F37B232-745D-4A0C-A474-DD181AC2A9FC}" type="presOf" srcId="{DC5C82D4-7D14-4714-B2EA-749281A44966}" destId="{9140C629-DB31-4355-9244-8EA291034D9E}" srcOrd="0" destOrd="0" presId="urn:microsoft.com/office/officeart/2005/8/layout/matrix3"/>
    <dgm:cxn modelId="{C493D915-68E6-48D8-AD8D-DAABAD3B705F}" srcId="{DC5C82D4-7D14-4714-B2EA-749281A44966}" destId="{123E75C1-AA9D-4B0F-B7EA-8A456CB4519D}" srcOrd="3" destOrd="0" parTransId="{28FFD345-CF2B-4C43-AC14-59D0AAC864BC}" sibTransId="{A33BB431-DEB0-4434-AEF5-38EE967711F0}"/>
    <dgm:cxn modelId="{20045A27-4052-4134-B33A-E42D0FD98458}" srcId="{DC5C82D4-7D14-4714-B2EA-749281A44966}" destId="{1DEC5384-B50D-4B89-9D41-058E8C632E68}" srcOrd="1" destOrd="0" parTransId="{D84D484B-97E5-4DD0-B7BF-B9C06D53150F}" sibTransId="{D1669167-9718-4000-BE61-0593DE86724E}"/>
    <dgm:cxn modelId="{ECB8C727-483E-4733-A789-DE99E0F60AC0}" type="presOf" srcId="{1DEC5384-B50D-4B89-9D41-058E8C632E68}" destId="{CBCBA69E-E39D-41E4-862F-EE03B0A953A0}" srcOrd="0" destOrd="0" presId="urn:microsoft.com/office/officeart/2005/8/layout/matrix3"/>
    <dgm:cxn modelId="{B107F78F-CEEE-42D8-B30A-4D7280865DA3}" srcId="{DC5C82D4-7D14-4714-B2EA-749281A44966}" destId="{B935B3B0-04A9-464C-BC32-87BDD11456EE}" srcOrd="2" destOrd="0" parTransId="{DB4744C1-A1AF-4EEB-A49D-9C441508DD0B}" sibTransId="{3C8FE10A-D0F7-49AD-B110-883519841C0E}"/>
    <dgm:cxn modelId="{534E841E-0755-45EB-AA75-0085A09E0C63}" type="presOf" srcId="{123E75C1-AA9D-4B0F-B7EA-8A456CB4519D}" destId="{19912A80-2614-4217-9D70-8538B35804B7}" srcOrd="0" destOrd="0" presId="urn:microsoft.com/office/officeart/2005/8/layout/matrix3"/>
    <dgm:cxn modelId="{B8E6CA65-9ECB-4240-9983-3AFAD404CAF3}" type="presOf" srcId="{B935B3B0-04A9-464C-BC32-87BDD11456EE}" destId="{FD19329D-2A6A-4EA0-BF90-405350F1F00E}" srcOrd="0" destOrd="0" presId="urn:microsoft.com/office/officeart/2005/8/layout/matrix3"/>
    <dgm:cxn modelId="{431D3535-6A65-448B-8A75-00D5A2F60A7E}" type="presOf" srcId="{7A77CA62-E032-46A5-80F5-C28B4EF2D063}" destId="{E7E150EF-22EB-4F65-A98D-A491904106ED}" srcOrd="0" destOrd="0" presId="urn:microsoft.com/office/officeart/2005/8/layout/matrix3"/>
    <dgm:cxn modelId="{3253F560-65BC-448D-A66F-4A85EF5ADFD5}" type="presParOf" srcId="{9140C629-DB31-4355-9244-8EA291034D9E}" destId="{2E8B1A68-90F4-4F62-970C-011E10EA6FF5}" srcOrd="0" destOrd="0" presId="urn:microsoft.com/office/officeart/2005/8/layout/matrix3"/>
    <dgm:cxn modelId="{B9EC0F74-FC3E-4AF2-858B-FBB1E7FB15B9}" type="presParOf" srcId="{9140C629-DB31-4355-9244-8EA291034D9E}" destId="{E7E150EF-22EB-4F65-A98D-A491904106ED}" srcOrd="1" destOrd="0" presId="urn:microsoft.com/office/officeart/2005/8/layout/matrix3"/>
    <dgm:cxn modelId="{D7790225-3BD4-439F-916E-E1C077129A90}" type="presParOf" srcId="{9140C629-DB31-4355-9244-8EA291034D9E}" destId="{CBCBA69E-E39D-41E4-862F-EE03B0A953A0}" srcOrd="2" destOrd="0" presId="urn:microsoft.com/office/officeart/2005/8/layout/matrix3"/>
    <dgm:cxn modelId="{CEEA9BF3-ADA1-4D2B-B243-D9FBC6DD5448}" type="presParOf" srcId="{9140C629-DB31-4355-9244-8EA291034D9E}" destId="{FD19329D-2A6A-4EA0-BF90-405350F1F00E}" srcOrd="3" destOrd="0" presId="urn:microsoft.com/office/officeart/2005/8/layout/matrix3"/>
    <dgm:cxn modelId="{7DF37DCC-3D52-4583-8573-6D5A123F7D02}" type="presParOf" srcId="{9140C629-DB31-4355-9244-8EA291034D9E}" destId="{19912A80-2614-4217-9D70-8538B35804B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351A2A-D87C-45A9-A084-D1FB3DA6705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5E4C029-828E-4288-AFFB-7CA4216D1C14}">
      <dgm:prSet/>
      <dgm:spPr/>
      <dgm:t>
        <a:bodyPr/>
        <a:lstStyle/>
        <a:p>
          <a:r>
            <a:rPr lang="en-US"/>
            <a:t>Cooking Instructor Bot:</a:t>
          </a:r>
        </a:p>
      </dgm:t>
    </dgm:pt>
    <dgm:pt modelId="{C4554BC6-9640-4C25-B041-9444CCD644FE}" type="parTrans" cxnId="{CFD1A557-EC6B-4998-95FF-0119AE43AE1B}">
      <dgm:prSet/>
      <dgm:spPr/>
      <dgm:t>
        <a:bodyPr/>
        <a:lstStyle/>
        <a:p>
          <a:endParaRPr lang="en-US"/>
        </a:p>
      </dgm:t>
    </dgm:pt>
    <dgm:pt modelId="{4EDD3400-CB72-40A3-97E9-E60CA781BE02}" type="sibTrans" cxnId="{CFD1A557-EC6B-4998-95FF-0119AE43AE1B}">
      <dgm:prSet/>
      <dgm:spPr/>
      <dgm:t>
        <a:bodyPr/>
        <a:lstStyle/>
        <a:p>
          <a:endParaRPr lang="en-US"/>
        </a:p>
      </dgm:t>
    </dgm:pt>
    <dgm:pt modelId="{C27A57C5-959C-4029-ADD4-E3D41F9F2E18}">
      <dgm:prSet custT="1"/>
      <dgm:spPr/>
      <dgm:t>
        <a:bodyPr/>
        <a:lstStyle/>
        <a:p>
          <a:r>
            <a:rPr lang="en-US" sz="2700" kern="1200" dirty="0"/>
            <a:t>✅ </a:t>
          </a:r>
          <a:r>
            <a:rPr lang="en-US" sz="2700" kern="1200" dirty="0" err="1"/>
            <a:t>Gợi</a:t>
          </a:r>
          <a:r>
            <a:rPr lang="en-US" sz="2700" kern="1200" dirty="0"/>
            <a:t> ý </a:t>
          </a:r>
          <a:r>
            <a:rPr lang="en-US" sz="2700" kern="1200" dirty="0" err="1"/>
            <a:t>món</a:t>
          </a:r>
          <a:r>
            <a:rPr lang="en-US" sz="2700" kern="1200" dirty="0"/>
            <a:t> </a:t>
          </a:r>
          <a:r>
            <a:rPr lang="en-US" sz="2700" kern="1200" dirty="0" err="1"/>
            <a:t>ăn</a:t>
          </a:r>
          <a:r>
            <a:rPr lang="en-US" sz="2700" kern="1200" dirty="0"/>
            <a:t> </a:t>
          </a:r>
          <a:r>
            <a:rPr lang="en-US" sz="2700" kern="1200" dirty="0" err="1"/>
            <a:t>cá</a:t>
          </a:r>
          <a:r>
            <a:rPr lang="en-US" sz="2700" kern="1200" dirty="0"/>
            <a:t> </a:t>
          </a:r>
          <a:r>
            <a:rPr lang="en-US" sz="2700" kern="1200" dirty="0" err="1"/>
            <a:t>nhân</a:t>
          </a:r>
          <a:r>
            <a:rPr lang="en-US" sz="2700" kern="1200" dirty="0"/>
            <a:t> </a:t>
          </a:r>
          <a:r>
            <a:rPr lang="en-US" sz="2700" kern="1200" dirty="0" err="1"/>
            <a:t>hoá</a:t>
          </a:r>
          <a:r>
            <a:rPr lang="en-US" sz="2700" kern="1200" dirty="0"/>
            <a:t>, </a:t>
          </a:r>
          <a:r>
            <a:rPr lang="vi-VN" sz="2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hiển thị lượng calories rõ ràng</a:t>
          </a:r>
          <a:endParaRPr lang="en-US" sz="2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gm:t>
    </dgm:pt>
    <dgm:pt modelId="{9E317336-B2F3-4378-A556-80516F36A852}" type="parTrans" cxnId="{27925182-137D-4690-8E0C-BE845682AFE3}">
      <dgm:prSet/>
      <dgm:spPr/>
      <dgm:t>
        <a:bodyPr/>
        <a:lstStyle/>
        <a:p>
          <a:endParaRPr lang="en-US"/>
        </a:p>
      </dgm:t>
    </dgm:pt>
    <dgm:pt modelId="{FADDFE99-F28B-4C8A-9558-F12D34B94E7D}" type="sibTrans" cxnId="{27925182-137D-4690-8E0C-BE845682AFE3}">
      <dgm:prSet/>
      <dgm:spPr/>
      <dgm:t>
        <a:bodyPr/>
        <a:lstStyle/>
        <a:p>
          <a:endParaRPr lang="en-US"/>
        </a:p>
      </dgm:t>
    </dgm:pt>
    <dgm:pt modelId="{1A3FBA63-FE5F-4663-B4C5-427A7B20D83F}">
      <dgm:prSet/>
      <dgm:spPr/>
      <dgm:t>
        <a:bodyPr/>
        <a:lstStyle/>
        <a:p>
          <a:r>
            <a:rPr lang="en-US"/>
            <a:t>✅ Hướng dẫn nấu chi tiết.</a:t>
          </a:r>
        </a:p>
      </dgm:t>
    </dgm:pt>
    <dgm:pt modelId="{72B50889-7B89-405B-A03C-B02D391B9143}" type="parTrans" cxnId="{7CDAE08A-EC67-4D66-934F-AB506B0425D8}">
      <dgm:prSet/>
      <dgm:spPr/>
      <dgm:t>
        <a:bodyPr/>
        <a:lstStyle/>
        <a:p>
          <a:endParaRPr lang="en-US"/>
        </a:p>
      </dgm:t>
    </dgm:pt>
    <dgm:pt modelId="{268C0636-4C05-456B-93F0-28F7C1A6319C}" type="sibTrans" cxnId="{7CDAE08A-EC67-4D66-934F-AB506B0425D8}">
      <dgm:prSet/>
      <dgm:spPr/>
      <dgm:t>
        <a:bodyPr/>
        <a:lstStyle/>
        <a:p>
          <a:endParaRPr lang="en-US"/>
        </a:p>
      </dgm:t>
    </dgm:pt>
    <dgm:pt modelId="{DF1E8AAF-88EB-4AC1-A277-19A0299DAF6C}">
      <dgm:prSet/>
      <dgm:spPr/>
      <dgm:t>
        <a:bodyPr/>
        <a:lstStyle/>
        <a:p>
          <a:r>
            <a:rPr lang="en-US"/>
            <a:t>✅ Tiết kiệm thời gian, trải nghiệm nấu ăn thú vị.</a:t>
          </a:r>
        </a:p>
      </dgm:t>
    </dgm:pt>
    <dgm:pt modelId="{4CEA1455-B997-4AC1-9BA0-5228F2DEC509}" type="parTrans" cxnId="{A4CDB44B-3A2C-45B9-AB07-0B1671793EB4}">
      <dgm:prSet/>
      <dgm:spPr/>
      <dgm:t>
        <a:bodyPr/>
        <a:lstStyle/>
        <a:p>
          <a:endParaRPr lang="en-US"/>
        </a:p>
      </dgm:t>
    </dgm:pt>
    <dgm:pt modelId="{DDC8DEB7-F0C5-4CCD-B924-8BF9EE31EF8C}" type="sibTrans" cxnId="{A4CDB44B-3A2C-45B9-AB07-0B1671793EB4}">
      <dgm:prSet/>
      <dgm:spPr/>
      <dgm:t>
        <a:bodyPr/>
        <a:lstStyle/>
        <a:p>
          <a:endParaRPr lang="en-US"/>
        </a:p>
      </dgm:t>
    </dgm:pt>
    <dgm:pt modelId="{90BD9599-A7FB-46A0-8679-936F6F667BE7}" type="pres">
      <dgm:prSet presAssocID="{F5351A2A-D87C-45A9-A084-D1FB3DA67056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F88150F-B31C-4C80-8865-23405F49A0C9}" type="pres">
      <dgm:prSet presAssocID="{95E4C029-828E-4288-AFFB-7CA4216D1C14}" presName="thickLine" presStyleLbl="alignNode1" presStyleIdx="0" presStyleCnt="4"/>
      <dgm:spPr/>
    </dgm:pt>
    <dgm:pt modelId="{CC11D5A4-3B83-4050-BA59-75A72BC13777}" type="pres">
      <dgm:prSet presAssocID="{95E4C029-828E-4288-AFFB-7CA4216D1C14}" presName="horz1" presStyleCnt="0"/>
      <dgm:spPr/>
    </dgm:pt>
    <dgm:pt modelId="{DF0A6F58-3042-4ADB-A3B4-B8C7E392CE8B}" type="pres">
      <dgm:prSet presAssocID="{95E4C029-828E-4288-AFFB-7CA4216D1C14}" presName="tx1" presStyleLbl="revTx" presStyleIdx="0" presStyleCnt="4"/>
      <dgm:spPr/>
      <dgm:t>
        <a:bodyPr/>
        <a:lstStyle/>
        <a:p>
          <a:endParaRPr lang="en-US"/>
        </a:p>
      </dgm:t>
    </dgm:pt>
    <dgm:pt modelId="{E768A39E-0E4A-4BE3-8CEB-255056A56FCF}" type="pres">
      <dgm:prSet presAssocID="{95E4C029-828E-4288-AFFB-7CA4216D1C14}" presName="vert1" presStyleCnt="0"/>
      <dgm:spPr/>
    </dgm:pt>
    <dgm:pt modelId="{78D269A4-6FAF-4489-BA3A-EF7F3FA482B6}" type="pres">
      <dgm:prSet presAssocID="{C27A57C5-959C-4029-ADD4-E3D41F9F2E18}" presName="thickLine" presStyleLbl="alignNode1" presStyleIdx="1" presStyleCnt="4"/>
      <dgm:spPr/>
    </dgm:pt>
    <dgm:pt modelId="{3E02F1A5-86D7-4A80-AA92-21F9947D8599}" type="pres">
      <dgm:prSet presAssocID="{C27A57C5-959C-4029-ADD4-E3D41F9F2E18}" presName="horz1" presStyleCnt="0"/>
      <dgm:spPr/>
    </dgm:pt>
    <dgm:pt modelId="{6336AD38-94B6-43F7-8864-06F98F9EA8A5}" type="pres">
      <dgm:prSet presAssocID="{C27A57C5-959C-4029-ADD4-E3D41F9F2E18}" presName="tx1" presStyleLbl="revTx" presStyleIdx="1" presStyleCnt="4"/>
      <dgm:spPr/>
      <dgm:t>
        <a:bodyPr/>
        <a:lstStyle/>
        <a:p>
          <a:endParaRPr lang="en-US"/>
        </a:p>
      </dgm:t>
    </dgm:pt>
    <dgm:pt modelId="{D8510D36-B2B4-4FEC-B288-D622FCF6912A}" type="pres">
      <dgm:prSet presAssocID="{C27A57C5-959C-4029-ADD4-E3D41F9F2E18}" presName="vert1" presStyleCnt="0"/>
      <dgm:spPr/>
    </dgm:pt>
    <dgm:pt modelId="{AD55C140-5459-4806-94E3-236F2A07A169}" type="pres">
      <dgm:prSet presAssocID="{1A3FBA63-FE5F-4663-B4C5-427A7B20D83F}" presName="thickLine" presStyleLbl="alignNode1" presStyleIdx="2" presStyleCnt="4"/>
      <dgm:spPr/>
    </dgm:pt>
    <dgm:pt modelId="{D6722494-5737-41D0-9D48-36627B81FC03}" type="pres">
      <dgm:prSet presAssocID="{1A3FBA63-FE5F-4663-B4C5-427A7B20D83F}" presName="horz1" presStyleCnt="0"/>
      <dgm:spPr/>
    </dgm:pt>
    <dgm:pt modelId="{8F68992A-5A52-40D9-A479-0C87E75B2A9A}" type="pres">
      <dgm:prSet presAssocID="{1A3FBA63-FE5F-4663-B4C5-427A7B20D83F}" presName="tx1" presStyleLbl="revTx" presStyleIdx="2" presStyleCnt="4"/>
      <dgm:spPr/>
      <dgm:t>
        <a:bodyPr/>
        <a:lstStyle/>
        <a:p>
          <a:endParaRPr lang="en-US"/>
        </a:p>
      </dgm:t>
    </dgm:pt>
    <dgm:pt modelId="{84530575-E5E8-44AF-8CD9-802FE6B6DBFE}" type="pres">
      <dgm:prSet presAssocID="{1A3FBA63-FE5F-4663-B4C5-427A7B20D83F}" presName="vert1" presStyleCnt="0"/>
      <dgm:spPr/>
    </dgm:pt>
    <dgm:pt modelId="{0E5BF9F1-68E8-4360-A149-923A88B8C840}" type="pres">
      <dgm:prSet presAssocID="{DF1E8AAF-88EB-4AC1-A277-19A0299DAF6C}" presName="thickLine" presStyleLbl="alignNode1" presStyleIdx="3" presStyleCnt="4"/>
      <dgm:spPr/>
    </dgm:pt>
    <dgm:pt modelId="{D80454D4-5F77-47EA-86F9-7F346FD88E6C}" type="pres">
      <dgm:prSet presAssocID="{DF1E8AAF-88EB-4AC1-A277-19A0299DAF6C}" presName="horz1" presStyleCnt="0"/>
      <dgm:spPr/>
    </dgm:pt>
    <dgm:pt modelId="{FD9D53FF-59DD-40B9-B072-CE567148052E}" type="pres">
      <dgm:prSet presAssocID="{DF1E8AAF-88EB-4AC1-A277-19A0299DAF6C}" presName="tx1" presStyleLbl="revTx" presStyleIdx="3" presStyleCnt="4"/>
      <dgm:spPr/>
      <dgm:t>
        <a:bodyPr/>
        <a:lstStyle/>
        <a:p>
          <a:endParaRPr lang="en-US"/>
        </a:p>
      </dgm:t>
    </dgm:pt>
    <dgm:pt modelId="{6366D047-4338-4681-9E9F-E372DD683EF3}" type="pres">
      <dgm:prSet presAssocID="{DF1E8AAF-88EB-4AC1-A277-19A0299DAF6C}" presName="vert1" presStyleCnt="0"/>
      <dgm:spPr/>
    </dgm:pt>
  </dgm:ptLst>
  <dgm:cxnLst>
    <dgm:cxn modelId="{EBAF1E60-24D4-458D-9C5E-CA76631B4607}" type="presOf" srcId="{1A3FBA63-FE5F-4663-B4C5-427A7B20D83F}" destId="{8F68992A-5A52-40D9-A479-0C87E75B2A9A}" srcOrd="0" destOrd="0" presId="urn:microsoft.com/office/officeart/2008/layout/LinedList"/>
    <dgm:cxn modelId="{E0D62C35-5DB2-45B4-A6AC-BB07793CD451}" type="presOf" srcId="{DF1E8AAF-88EB-4AC1-A277-19A0299DAF6C}" destId="{FD9D53FF-59DD-40B9-B072-CE567148052E}" srcOrd="0" destOrd="0" presId="urn:microsoft.com/office/officeart/2008/layout/LinedList"/>
    <dgm:cxn modelId="{27925182-137D-4690-8E0C-BE845682AFE3}" srcId="{F5351A2A-D87C-45A9-A084-D1FB3DA67056}" destId="{C27A57C5-959C-4029-ADD4-E3D41F9F2E18}" srcOrd="1" destOrd="0" parTransId="{9E317336-B2F3-4378-A556-80516F36A852}" sibTransId="{FADDFE99-F28B-4C8A-9558-F12D34B94E7D}"/>
    <dgm:cxn modelId="{A4CDB44B-3A2C-45B9-AB07-0B1671793EB4}" srcId="{F5351A2A-D87C-45A9-A084-D1FB3DA67056}" destId="{DF1E8AAF-88EB-4AC1-A277-19A0299DAF6C}" srcOrd="3" destOrd="0" parTransId="{4CEA1455-B997-4AC1-9BA0-5228F2DEC509}" sibTransId="{DDC8DEB7-F0C5-4CCD-B924-8BF9EE31EF8C}"/>
    <dgm:cxn modelId="{CFD1A557-EC6B-4998-95FF-0119AE43AE1B}" srcId="{F5351A2A-D87C-45A9-A084-D1FB3DA67056}" destId="{95E4C029-828E-4288-AFFB-7CA4216D1C14}" srcOrd="0" destOrd="0" parTransId="{C4554BC6-9640-4C25-B041-9444CCD644FE}" sibTransId="{4EDD3400-CB72-40A3-97E9-E60CA781BE02}"/>
    <dgm:cxn modelId="{7CDAE08A-EC67-4D66-934F-AB506B0425D8}" srcId="{F5351A2A-D87C-45A9-A084-D1FB3DA67056}" destId="{1A3FBA63-FE5F-4663-B4C5-427A7B20D83F}" srcOrd="2" destOrd="0" parTransId="{72B50889-7B89-405B-A03C-B02D391B9143}" sibTransId="{268C0636-4C05-456B-93F0-28F7C1A6319C}"/>
    <dgm:cxn modelId="{0DE690ED-50C3-4220-95FC-01A4F3B3ACD5}" type="presOf" srcId="{F5351A2A-D87C-45A9-A084-D1FB3DA67056}" destId="{90BD9599-A7FB-46A0-8679-936F6F667BE7}" srcOrd="0" destOrd="0" presId="urn:microsoft.com/office/officeart/2008/layout/LinedList"/>
    <dgm:cxn modelId="{4F7C800A-1CCA-4388-A1C6-78A083223DFD}" type="presOf" srcId="{95E4C029-828E-4288-AFFB-7CA4216D1C14}" destId="{DF0A6F58-3042-4ADB-A3B4-B8C7E392CE8B}" srcOrd="0" destOrd="0" presId="urn:microsoft.com/office/officeart/2008/layout/LinedList"/>
    <dgm:cxn modelId="{818C07BC-F7A5-4547-9533-8367F700FABD}" type="presOf" srcId="{C27A57C5-959C-4029-ADD4-E3D41F9F2E18}" destId="{6336AD38-94B6-43F7-8864-06F98F9EA8A5}" srcOrd="0" destOrd="0" presId="urn:microsoft.com/office/officeart/2008/layout/LinedList"/>
    <dgm:cxn modelId="{A585B29A-D43B-4AB3-9E45-1F3D0D346BF6}" type="presParOf" srcId="{90BD9599-A7FB-46A0-8679-936F6F667BE7}" destId="{5F88150F-B31C-4C80-8865-23405F49A0C9}" srcOrd="0" destOrd="0" presId="urn:microsoft.com/office/officeart/2008/layout/LinedList"/>
    <dgm:cxn modelId="{25FE0C93-1ED8-4E1B-ABE7-3EF7EC4BB977}" type="presParOf" srcId="{90BD9599-A7FB-46A0-8679-936F6F667BE7}" destId="{CC11D5A4-3B83-4050-BA59-75A72BC13777}" srcOrd="1" destOrd="0" presId="urn:microsoft.com/office/officeart/2008/layout/LinedList"/>
    <dgm:cxn modelId="{897455E2-145F-457C-BD1B-E6697D3A85EC}" type="presParOf" srcId="{CC11D5A4-3B83-4050-BA59-75A72BC13777}" destId="{DF0A6F58-3042-4ADB-A3B4-B8C7E392CE8B}" srcOrd="0" destOrd="0" presId="urn:microsoft.com/office/officeart/2008/layout/LinedList"/>
    <dgm:cxn modelId="{CEC02E01-6006-49EA-80A3-83E4660C1470}" type="presParOf" srcId="{CC11D5A4-3B83-4050-BA59-75A72BC13777}" destId="{E768A39E-0E4A-4BE3-8CEB-255056A56FCF}" srcOrd="1" destOrd="0" presId="urn:microsoft.com/office/officeart/2008/layout/LinedList"/>
    <dgm:cxn modelId="{D1889F11-7A6A-4195-BFC0-AA47CFE5ED9D}" type="presParOf" srcId="{90BD9599-A7FB-46A0-8679-936F6F667BE7}" destId="{78D269A4-6FAF-4489-BA3A-EF7F3FA482B6}" srcOrd="2" destOrd="0" presId="urn:microsoft.com/office/officeart/2008/layout/LinedList"/>
    <dgm:cxn modelId="{81C33D19-7655-464C-BFF1-64E6D0EDCAE0}" type="presParOf" srcId="{90BD9599-A7FB-46A0-8679-936F6F667BE7}" destId="{3E02F1A5-86D7-4A80-AA92-21F9947D8599}" srcOrd="3" destOrd="0" presId="urn:microsoft.com/office/officeart/2008/layout/LinedList"/>
    <dgm:cxn modelId="{80FF10C6-F4C5-4C67-AC57-C8A101A7191A}" type="presParOf" srcId="{3E02F1A5-86D7-4A80-AA92-21F9947D8599}" destId="{6336AD38-94B6-43F7-8864-06F98F9EA8A5}" srcOrd="0" destOrd="0" presId="urn:microsoft.com/office/officeart/2008/layout/LinedList"/>
    <dgm:cxn modelId="{B1006284-9918-4C80-8860-9D018155574E}" type="presParOf" srcId="{3E02F1A5-86D7-4A80-AA92-21F9947D8599}" destId="{D8510D36-B2B4-4FEC-B288-D622FCF6912A}" srcOrd="1" destOrd="0" presId="urn:microsoft.com/office/officeart/2008/layout/LinedList"/>
    <dgm:cxn modelId="{E511A786-8C29-4122-A013-6F286D016103}" type="presParOf" srcId="{90BD9599-A7FB-46A0-8679-936F6F667BE7}" destId="{AD55C140-5459-4806-94E3-236F2A07A169}" srcOrd="4" destOrd="0" presId="urn:microsoft.com/office/officeart/2008/layout/LinedList"/>
    <dgm:cxn modelId="{5528C106-E2B4-42AE-88F6-B93BE2220815}" type="presParOf" srcId="{90BD9599-A7FB-46A0-8679-936F6F667BE7}" destId="{D6722494-5737-41D0-9D48-36627B81FC03}" srcOrd="5" destOrd="0" presId="urn:microsoft.com/office/officeart/2008/layout/LinedList"/>
    <dgm:cxn modelId="{9BC71789-E5D2-44BD-8561-EC0C024D9829}" type="presParOf" srcId="{D6722494-5737-41D0-9D48-36627B81FC03}" destId="{8F68992A-5A52-40D9-A479-0C87E75B2A9A}" srcOrd="0" destOrd="0" presId="urn:microsoft.com/office/officeart/2008/layout/LinedList"/>
    <dgm:cxn modelId="{FB6330B9-0FE7-4791-874E-14877E3A3933}" type="presParOf" srcId="{D6722494-5737-41D0-9D48-36627B81FC03}" destId="{84530575-E5E8-44AF-8CD9-802FE6B6DBFE}" srcOrd="1" destOrd="0" presId="urn:microsoft.com/office/officeart/2008/layout/LinedList"/>
    <dgm:cxn modelId="{17762586-48E1-4549-A5D7-5A26B9866A8E}" type="presParOf" srcId="{90BD9599-A7FB-46A0-8679-936F6F667BE7}" destId="{0E5BF9F1-68E8-4360-A149-923A88B8C840}" srcOrd="6" destOrd="0" presId="urn:microsoft.com/office/officeart/2008/layout/LinedList"/>
    <dgm:cxn modelId="{BB9935E2-EEAC-400B-9113-E3A8EC966B6D}" type="presParOf" srcId="{90BD9599-A7FB-46A0-8679-936F6F667BE7}" destId="{D80454D4-5F77-47EA-86F9-7F346FD88E6C}" srcOrd="7" destOrd="0" presId="urn:microsoft.com/office/officeart/2008/layout/LinedList"/>
    <dgm:cxn modelId="{D36213B9-A921-4A2E-97AD-F835FC4AA9A7}" type="presParOf" srcId="{D80454D4-5F77-47EA-86F9-7F346FD88E6C}" destId="{FD9D53FF-59DD-40B9-B072-CE567148052E}" srcOrd="0" destOrd="0" presId="urn:microsoft.com/office/officeart/2008/layout/LinedList"/>
    <dgm:cxn modelId="{9D50EEEB-5F42-454D-BAC1-DA1B59F5BA6F}" type="presParOf" srcId="{D80454D4-5F77-47EA-86F9-7F346FD88E6C}" destId="{6366D047-4338-4681-9E9F-E372DD683E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A3C48-0E65-4285-8FF7-0DA19992AF8E}">
      <dsp:nvSpPr>
        <dsp:cNvPr id="0" name=""/>
        <dsp:cNvSpPr/>
      </dsp:nvSpPr>
      <dsp:spPr>
        <a:xfrm>
          <a:off x="1541897" y="1"/>
          <a:ext cx="6309360" cy="139571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54512" rIns="122419" bIns="354512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1500" kern="1200" dirty="0">
              <a:latin typeface="+mj-lt"/>
            </a:rPr>
            <a:t>Gợi ý món ăn phù hợp dựa trên thông </a:t>
          </a:r>
          <a:r>
            <a:rPr lang="vi-VN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tin </a:t>
          </a:r>
          <a:r>
            <a:rPr lang="en-US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user </a:t>
          </a:r>
          <a:r>
            <a:rPr lang="en-US" sz="1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cung</a:t>
          </a:r>
          <a:r>
            <a:rPr lang="en-US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 </a:t>
          </a:r>
          <a:r>
            <a:rPr lang="en-US" sz="15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cấp</a:t>
          </a:r>
          <a:r>
            <a:rPr lang="vi-VN" sz="15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j-lt"/>
              <a:ea typeface="+mn-ea"/>
              <a:cs typeface="+mn-cs"/>
            </a:rPr>
            <a:t> </a:t>
          </a:r>
          <a:r>
            <a:rPr lang="vi-VN" sz="1500" kern="1200" dirty="0">
              <a:latin typeface="+mj-lt"/>
            </a:rPr>
            <a:t>(ví dụ: sở thích, chế độ ăn, dị ứng thực phẩm...).</a:t>
          </a:r>
          <a:endParaRPr lang="en-US" sz="1500" kern="1200" dirty="0">
            <a:latin typeface="+mj-lt"/>
          </a:endParaRPr>
        </a:p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1500" kern="1200" dirty="0">
              <a:latin typeface="+mj-lt"/>
            </a:rPr>
            <a:t>Hướng dẫn nấu ăn chi tiết cho từng món được đề xuất, giúp người dùng dễ dàng thực hiện theo.</a:t>
          </a:r>
          <a:endParaRPr lang="en-US" sz="1500" kern="1200" dirty="0">
            <a:latin typeface="+mj-lt"/>
          </a:endParaRPr>
        </a:p>
      </dsp:txBody>
      <dsp:txXfrm>
        <a:off x="1541897" y="1"/>
        <a:ext cx="6309360" cy="1395717"/>
      </dsp:txXfrm>
    </dsp:sp>
    <dsp:sp modelId="{B564B579-B1FA-41BE-A5E9-CDFA0CCDC610}">
      <dsp:nvSpPr>
        <dsp:cNvPr id="0" name=""/>
        <dsp:cNvSpPr/>
      </dsp:nvSpPr>
      <dsp:spPr>
        <a:xfrm>
          <a:off x="0" y="252"/>
          <a:ext cx="1577340" cy="13957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37866" rIns="83468" bIns="137866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1500" kern="1200" dirty="0">
              <a:latin typeface="+mj-lt"/>
            </a:rPr>
            <a:t>Workshop 01: Hoàn thiện phiên bản bas</a:t>
          </a:r>
          <a:r>
            <a:rPr lang="en-US" sz="1500" kern="1200" dirty="0">
              <a:latin typeface="+mj-lt"/>
            </a:rPr>
            <a:t>e</a:t>
          </a:r>
        </a:p>
      </dsp:txBody>
      <dsp:txXfrm>
        <a:off x="0" y="252"/>
        <a:ext cx="1577340" cy="1395717"/>
      </dsp:txXfrm>
    </dsp:sp>
    <dsp:sp modelId="{D0EAF1FD-5F3A-40BC-A414-79E7163DFCE9}">
      <dsp:nvSpPr>
        <dsp:cNvPr id="0" name=""/>
        <dsp:cNvSpPr/>
      </dsp:nvSpPr>
      <dsp:spPr>
        <a:xfrm>
          <a:off x="1577340" y="1479713"/>
          <a:ext cx="6309360" cy="139571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354512" rIns="122419" bIns="354512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1500" kern="1200" dirty="0">
              <a:latin typeface="+mj-lt"/>
            </a:rPr>
            <a:t>Sử dụng </a:t>
          </a:r>
          <a:r>
            <a:rPr lang="vi-VN" sz="1500" b="1" kern="1200" dirty="0">
              <a:latin typeface="+mj-lt"/>
            </a:rPr>
            <a:t>cơ sở dữ liệu về hàm lượng calories </a:t>
          </a:r>
          <a:r>
            <a:rPr lang="vi-VN" sz="1500" kern="1200" dirty="0">
              <a:latin typeface="+mj-lt"/>
            </a:rPr>
            <a:t>của từng nguyên liệu.</a:t>
          </a:r>
          <a:r>
            <a:rPr lang="en-US" sz="1500" kern="1200" dirty="0">
              <a:latin typeface="+mj-lt"/>
            </a:rPr>
            <a:t> </a:t>
          </a:r>
          <a:r>
            <a:rPr lang="vi-VN" sz="1500" kern="1200" dirty="0">
              <a:latin typeface="+mj-lt"/>
            </a:rPr>
            <a:t>Xây dựng </a:t>
          </a:r>
          <a:r>
            <a:rPr lang="vi-VN" sz="1500" b="1" kern="1200" dirty="0">
              <a:latin typeface="+mj-lt"/>
            </a:rPr>
            <a:t>hàm tính toán tổng lượng calories </a:t>
          </a:r>
          <a:r>
            <a:rPr lang="vi-VN" sz="1500" kern="1200" dirty="0">
              <a:latin typeface="+mj-lt"/>
            </a:rPr>
            <a:t>dựa trên công thức món ăn, để cung cấp thông tin chính xác</a:t>
          </a:r>
          <a:r>
            <a:rPr lang="en-US" sz="1500" kern="1200" dirty="0">
              <a:latin typeface="+mj-lt"/>
            </a:rPr>
            <a:t>.</a:t>
          </a:r>
        </a:p>
      </dsp:txBody>
      <dsp:txXfrm>
        <a:off x="1577340" y="1479713"/>
        <a:ext cx="6309360" cy="1395717"/>
      </dsp:txXfrm>
    </dsp:sp>
    <dsp:sp modelId="{A5ED7534-DC88-49DF-BA1E-A25DFD31C512}">
      <dsp:nvSpPr>
        <dsp:cNvPr id="0" name=""/>
        <dsp:cNvSpPr/>
      </dsp:nvSpPr>
      <dsp:spPr>
        <a:xfrm>
          <a:off x="0" y="1479713"/>
          <a:ext cx="1577340" cy="13957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37866" rIns="83468" bIns="137866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vi-VN" sz="1500" kern="1200" dirty="0">
              <a:latin typeface="+mj-lt"/>
            </a:rPr>
            <a:t>Workshop 02: Mở rộng tính năng với khả năng </a:t>
          </a:r>
          <a:r>
            <a:rPr lang="vi-VN" sz="1500" b="1" i="1" u="none" kern="1200" dirty="0">
              <a:latin typeface="+mj-lt"/>
            </a:rPr>
            <a:t>hiển thị lượng calories</a:t>
          </a:r>
          <a:r>
            <a:rPr lang="vi-VN" sz="1500" kern="1200" dirty="0">
              <a:latin typeface="+mj-lt"/>
            </a:rPr>
            <a:t> của từng món ăn.</a:t>
          </a:r>
          <a:r>
            <a:rPr lang="en-US" sz="1500" kern="1200" dirty="0">
              <a:latin typeface="+mj-lt"/>
            </a:rPr>
            <a:t> </a:t>
          </a:r>
        </a:p>
      </dsp:txBody>
      <dsp:txXfrm>
        <a:off x="0" y="1479713"/>
        <a:ext cx="1577340" cy="13957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839AF-AF3E-4494-9545-81625E675691}">
      <dsp:nvSpPr>
        <dsp:cNvPr id="0" name=""/>
        <dsp:cNvSpPr/>
      </dsp:nvSpPr>
      <dsp:spPr>
        <a:xfrm>
          <a:off x="730349" y="2181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6204B-2DA0-4B82-95FD-57435771F3E2}">
      <dsp:nvSpPr>
        <dsp:cNvPr id="0" name=""/>
        <dsp:cNvSpPr/>
      </dsp:nvSpPr>
      <dsp:spPr>
        <a:xfrm>
          <a:off x="1198349" y="6861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9BCF5-9C0A-447E-AAD7-23C8D17D13B0}">
      <dsp:nvSpPr>
        <dsp:cNvPr id="0" name=""/>
        <dsp:cNvSpPr/>
      </dsp:nvSpPr>
      <dsp:spPr>
        <a:xfrm>
          <a:off x="28349" y="3098169"/>
          <a:ext cx="36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400" kern="1200" dirty="0"/>
            <a:t>RQM1 – Suggest Dish</a:t>
          </a:r>
          <a:endParaRPr lang="en-US" sz="1400" kern="1200" cap="all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- </a:t>
          </a:r>
          <a:r>
            <a:rPr lang="vi-VN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GỢI Ý MÓN ĂN PHÙ HỢP VỚI THÔNG TIN NGƯỜI DÙNG</a:t>
          </a:r>
          <a:endParaRPr lang="en-US" sz="1400" kern="1200" cap="all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- </a:t>
          </a:r>
          <a:r>
            <a:rPr lang="vi-VN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LƯỢNG CALORIES CỦA TỪNG MÓN</a:t>
          </a:r>
          <a:endParaRPr lang="en-US" sz="1400" kern="1200" cap="all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/>
            <a:ea typeface="+mn-ea"/>
            <a:cs typeface="+mn-cs"/>
          </a:endParaRPr>
        </a:p>
      </dsp:txBody>
      <dsp:txXfrm>
        <a:off x="28349" y="3098169"/>
        <a:ext cx="3600000" cy="1035000"/>
      </dsp:txXfrm>
    </dsp:sp>
    <dsp:sp modelId="{622B481F-4C75-447C-9CFD-21E6C84CDC7C}">
      <dsp:nvSpPr>
        <dsp:cNvPr id="0" name=""/>
        <dsp:cNvSpPr/>
      </dsp:nvSpPr>
      <dsp:spPr>
        <a:xfrm>
          <a:off x="4960350" y="2181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4EA03-12D5-4555-AD47-41C213DBDC52}">
      <dsp:nvSpPr>
        <dsp:cNvPr id="0" name=""/>
        <dsp:cNvSpPr/>
      </dsp:nvSpPr>
      <dsp:spPr>
        <a:xfrm>
          <a:off x="5428350" y="6861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3A56E-DEAC-485E-8998-7B50D17D046D}">
      <dsp:nvSpPr>
        <dsp:cNvPr id="0" name=""/>
        <dsp:cNvSpPr/>
      </dsp:nvSpPr>
      <dsp:spPr>
        <a:xfrm>
          <a:off x="4258350" y="3098169"/>
          <a:ext cx="36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RQM2 – Cooking Guide</a:t>
          </a:r>
        </a:p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-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Hướng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dẫn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cách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nấu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món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ăn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cụ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 </a:t>
          </a:r>
          <a:r>
            <a:rPr lang="en-US" sz="1400" kern="1200" cap="all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thể</a:t>
          </a:r>
          <a:r>
            <a:rPr lang="en-US" sz="1400" kern="1200" cap="all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.</a:t>
          </a:r>
        </a:p>
      </dsp:txBody>
      <dsp:txXfrm>
        <a:off x="4258350" y="3098169"/>
        <a:ext cx="3600000" cy="103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=""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4E1BEB12-92AF-4445-98AD-4C7756E7C9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D0522C2C-7B5C-48A7-A969-03941E5D2E7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 13">
            <a:extLst>
              <a:ext uri="{FF2B5EF4-FFF2-40B4-BE49-F238E27FC236}">
                <a16:creationId xmlns="" xmlns:a16="http://schemas.microsoft.com/office/drawing/2014/main" id="{9C682A1A-5B2D-4111-BBD6-620165633E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D6EE29F2-D77F-4BD0-A20B-334D316A1C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="" xmlns:a16="http://schemas.microsoft.com/office/drawing/2014/main" id="{22D09ED2-868F-42C6-866E-F92E0CEF31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n-US"/>
              <a:t>Cooking Instructor – FAQ Answering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vi-VN" sz="2000" dirty="0"/>
              <a:t>Ứng dụng chatbot giúp gợi ý món ăn, hiển thị lượng calories và hướng dẫn nấu ăn thông minh.</a:t>
            </a:r>
          </a:p>
          <a:p>
            <a:pPr algn="r">
              <a:lnSpc>
                <a:spcPct val="90000"/>
              </a:lnSpc>
            </a:pPr>
            <a:endParaRPr lang="en-US" sz="2000" dirty="0"/>
          </a:p>
          <a:p>
            <a:pPr algn="r">
              <a:lnSpc>
                <a:spcPct val="90000"/>
              </a:lnSpc>
            </a:pPr>
            <a:r>
              <a:rPr lang="vi-VN" sz="2000" dirty="0"/>
              <a:t>Công nghệ: Azure OpenAI · Streamlit ·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="" xmlns:a16="http://schemas.microsoft.com/office/drawing/2014/main" id="{2659FDB4-FCBE-4A89-B46D-43D4FA5446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vi-VN"/>
              <a:t>Sử dụng </a:t>
            </a:r>
            <a:r>
              <a:rPr lang="vi-VN" b="1"/>
              <a:t>cơ sở dữ liệu về hàm lượng calories </a:t>
            </a:r>
            <a:r>
              <a:rPr lang="vi-VN"/>
              <a:t>của từng nguyên liệu.</a:t>
            </a:r>
            <a:r>
              <a:rPr lang="en-US"/>
              <a:t> </a:t>
            </a:r>
            <a:r>
              <a:rPr lang="vi-VN"/>
              <a:t>Xây dựng </a:t>
            </a:r>
            <a:r>
              <a:rPr lang="vi-VN" b="1"/>
              <a:t>hàm tính toán tổng lượng calories </a:t>
            </a:r>
            <a:r>
              <a:rPr lang="vi-VN"/>
              <a:t>dựa trên công thức món ăn, để cung cấp thông tin chính xác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34EE39-69FF-4972-A1C2-8117632C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381677" cy="1325563"/>
          </a:xfrm>
        </p:spPr>
        <p:txBody>
          <a:bodyPr>
            <a:normAutofit/>
          </a:bodyPr>
          <a:lstStyle/>
          <a:p>
            <a:r>
              <a:rPr lang="en-US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="" xmlns:a16="http://schemas.microsoft.com/office/drawing/2014/main" id="{C8F51B3F-8331-4E4A-AE96-D47B1006EE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Graphic 12">
            <a:extLst>
              <a:ext uri="{FF2B5EF4-FFF2-40B4-BE49-F238E27FC236}">
                <a16:creationId xmlns="" xmlns:a16="http://schemas.microsoft.com/office/drawing/2014/main" id="{58BDB0EE-D238-415B-9ED8-62AA6AB2AA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177911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Graphic 11">
            <a:extLst>
              <a:ext uri="{FF2B5EF4-FFF2-40B4-BE49-F238E27FC236}">
                <a16:creationId xmlns="" xmlns:a16="http://schemas.microsoft.com/office/drawing/2014/main" id="{C5B55FC3-961D-4325-82F1-DE92B0D04E0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446996" y="821124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Graphic 13">
            <a:extLst>
              <a:ext uri="{FF2B5EF4-FFF2-40B4-BE49-F238E27FC236}">
                <a16:creationId xmlns="" xmlns:a16="http://schemas.microsoft.com/office/drawing/2014/main" id="{4C8AB332-D09E-4F28-943C-DABDD4716A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166256" y="1336268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="" xmlns:a16="http://schemas.microsoft.com/office/drawing/2014/main" id="{B1F297D1-5199-E065-A97C-58575F359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6179058"/>
              </p:ext>
            </p:extLst>
          </p:nvPr>
        </p:nvGraphicFramePr>
        <p:xfrm>
          <a:off x="628650" y="1825625"/>
          <a:ext cx="7886700" cy="2875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tar: 5 Points 3">
            <a:extLst>
              <a:ext uri="{FF2B5EF4-FFF2-40B4-BE49-F238E27FC236}">
                <a16:creationId xmlns="" xmlns:a16="http://schemas.microsoft.com/office/drawing/2014/main" id="{85FAF3CC-FA20-C1AB-BED0-9B927429FC07}"/>
              </a:ext>
            </a:extLst>
          </p:cNvPr>
          <p:cNvSpPr/>
          <p:nvPr/>
        </p:nvSpPr>
        <p:spPr>
          <a:xfrm>
            <a:off x="6205701" y="4385143"/>
            <a:ext cx="278296" cy="262393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="" xmlns:a16="http://schemas.microsoft.com/office/drawing/2014/main" id="{426164E0-9004-6AE6-5F03-5CC516172AFF}"/>
              </a:ext>
            </a:extLst>
          </p:cNvPr>
          <p:cNvSpPr/>
          <p:nvPr/>
        </p:nvSpPr>
        <p:spPr>
          <a:xfrm>
            <a:off x="2698413" y="4197319"/>
            <a:ext cx="278296" cy="262393"/>
          </a:xfrm>
          <a:prstGeom prst="star5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170545" y="4779853"/>
            <a:ext cx="6344805" cy="16024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nấu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5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8650" y="4779853"/>
            <a:ext cx="1541895" cy="160247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5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SDK</a:t>
            </a:r>
            <a:endParaRPr lang="en-US" sz="15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7545" y="329333"/>
            <a:ext cx="7772400" cy="1470025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3935" y="1628484"/>
            <a:ext cx="7047346" cy="4421333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1.Người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embedding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SDK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C8F51B3F-8331-4E4A-AE96-D47B1006EE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43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F93A8B58-A21C-276D-C094-1C2C8A07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3" name="Rectangle 1062">
            <a:extLst>
              <a:ext uri="{FF2B5EF4-FFF2-40B4-BE49-F238E27FC236}">
                <a16:creationId xmlns="" xmlns:a16="http://schemas.microsoft.com/office/drawing/2014/main" id="{69D47016-023F-44BD-981C-50E7A10A66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9409EF-667B-0B5B-5B1E-62A05A1C7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1" y="457200"/>
            <a:ext cx="3387953" cy="1929384"/>
          </a:xfrm>
        </p:spPr>
        <p:txBody>
          <a:bodyPr anchor="ctr">
            <a:normAutofit fontScale="90000"/>
          </a:bodyPr>
          <a:lstStyle/>
          <a:p>
            <a:r>
              <a:rPr lang="en-US" sz="4200" dirty="0"/>
              <a:t>Demo</a:t>
            </a:r>
            <a:br>
              <a:rPr lang="en-US" sz="4200" dirty="0"/>
            </a:br>
            <a:r>
              <a:rPr lang="vi-VN" sz="2200" dirty="0">
                <a:latin typeface="Calibri (Headings)"/>
              </a:rPr>
              <a:t>Hướng dẫn nấu ăn và tính toán calories món cơm </a:t>
            </a:r>
            <a:r>
              <a:rPr lang="vi-VN" sz="2200" dirty="0" smtClean="0">
                <a:latin typeface="Calibri (Headings)"/>
              </a:rPr>
              <a:t>chiên</a:t>
            </a:r>
            <a:r>
              <a:rPr lang="en-US" sz="2200" dirty="0" smtClean="0">
                <a:latin typeface="Calibri (Headings)"/>
              </a:rPr>
              <a:t>( </a:t>
            </a:r>
            <a:r>
              <a:rPr lang="en-US" sz="2200" dirty="0" err="1" smtClean="0">
                <a:latin typeface="Calibri (Headings)"/>
              </a:rPr>
              <a:t>tích</a:t>
            </a:r>
            <a:r>
              <a:rPr lang="en-US" sz="2200" dirty="0" smtClean="0">
                <a:latin typeface="Calibri (Headings)"/>
              </a:rPr>
              <a:t> </a:t>
            </a:r>
            <a:r>
              <a:rPr lang="en-US" sz="2200" dirty="0" err="1" smtClean="0">
                <a:latin typeface="Calibri (Headings)"/>
              </a:rPr>
              <a:t>hợp</a:t>
            </a:r>
            <a:r>
              <a:rPr lang="en-US" sz="2200" dirty="0" smtClean="0">
                <a:latin typeface="Calibri (Headings)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200" dirty="0" smtClean="0">
                <a:latin typeface="Calibri (Headings)"/>
              </a:rPr>
              <a:t> </a:t>
            </a:r>
            <a:r>
              <a:rPr lang="vi-VN" sz="2200" dirty="0">
                <a:latin typeface="Calibri (Headings)"/>
              </a:rPr>
              <a:t/>
            </a:r>
            <a:br>
              <a:rPr lang="vi-VN" sz="2200" dirty="0">
                <a:latin typeface="Calibri (Headings)"/>
              </a:rPr>
            </a:br>
            <a:endParaRPr lang="en-US" sz="4200" dirty="0">
              <a:latin typeface="Calibri (Headings)"/>
            </a:endParaRPr>
          </a:p>
        </p:txBody>
      </p:sp>
      <p:sp>
        <p:nvSpPr>
          <p:cNvPr id="1064" name="sketchy line">
            <a:extLst>
              <a:ext uri="{FF2B5EF4-FFF2-40B4-BE49-F238E27FC236}">
                <a16:creationId xmlns="" xmlns:a16="http://schemas.microsoft.com/office/drawing/2014/main" id="{6D8B37B0-0682-433E-BC8D-498C04ABD9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Content Placeholder 1031">
            <a:extLst>
              <a:ext uri="{FF2B5EF4-FFF2-40B4-BE49-F238E27FC236}">
                <a16:creationId xmlns="" xmlns:a16="http://schemas.microsoft.com/office/drawing/2014/main" id="{8B921093-06FA-FE37-E65C-E54D37ED3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1827" y="457200"/>
            <a:ext cx="4649826" cy="1929384"/>
          </a:xfrm>
        </p:spPr>
        <p:txBody>
          <a:bodyPr anchor="ctr">
            <a:normAutofit lnSpcReduction="10000"/>
          </a:bodyPr>
          <a:lstStyle/>
          <a:p>
            <a:r>
              <a:rPr lang="vi-VN" sz="1300" dirty="0"/>
              <a:t>Người dùng hỏi cách nấu món cơm chiên</a:t>
            </a:r>
            <a:endParaRPr lang="en-US" sz="1300" dirty="0"/>
          </a:p>
          <a:p>
            <a:pPr marL="0" indent="0">
              <a:buNone/>
            </a:pPr>
            <a:r>
              <a:rPr lang="vi-VN" sz="1300" dirty="0"/>
              <a:t>→ Chatbot phản hồi bằng cách cung cấp hướng dẫn chi tiết từng bước, bao gồm nguyên liệu, cách chế biến </a:t>
            </a:r>
            <a:endParaRPr lang="en-US" sz="1300" dirty="0"/>
          </a:p>
          <a:p>
            <a:r>
              <a:rPr lang="vi-VN" sz="1300" dirty="0"/>
              <a:t>Người dùng hỏi về lượng calories của món ăn</a:t>
            </a:r>
            <a:endParaRPr lang="en-US" sz="1300" dirty="0"/>
          </a:p>
          <a:p>
            <a:pPr marL="0" indent="0">
              <a:buNone/>
            </a:pPr>
            <a:r>
              <a:rPr lang="vi-VN" sz="1300" dirty="0"/>
              <a:t>→ Chatbot sử dụng thông tin từ công thức đã cung cấp (nguyên liệu và khối lượng từng loại) để tra cứu dữ liệu dinh dưỡng có sẵn</a:t>
            </a:r>
            <a:r>
              <a:rPr lang="en-US" sz="1300" dirty="0"/>
              <a:t> </a:t>
            </a:r>
            <a:r>
              <a:rPr lang="vi-VN" sz="1300" dirty="0"/>
              <a:t>trong database</a:t>
            </a:r>
            <a:endParaRPr lang="en-US" sz="1300" dirty="0"/>
          </a:p>
          <a:p>
            <a:pPr marL="0" indent="0">
              <a:buNone/>
            </a:pPr>
            <a:r>
              <a:rPr lang="vi-VN" sz="1300" dirty="0"/>
              <a:t>→ Sau đó, chatbot thực hiện phép tính tổng lượng calories dựa trên từng thành phần và đưa ra kết quả cuối cùng.</a:t>
            </a:r>
            <a:endParaRPr lang="en-US" sz="1300" dirty="0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09A5B9A6-E3BB-1AF0-CD5D-5F312F5DA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199"/>
          <a:stretch>
            <a:fillRect/>
          </a:stretch>
        </p:blipFill>
        <p:spPr bwMode="auto">
          <a:xfrm>
            <a:off x="548581" y="2569464"/>
            <a:ext cx="3703437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E5A7C018-65EC-A328-5776-4E2977C74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68" b="-1"/>
          <a:stretch>
            <a:fillRect/>
          </a:stretch>
        </p:blipFill>
        <p:spPr bwMode="auto">
          <a:xfrm>
            <a:off x="4841868" y="2569464"/>
            <a:ext cx="3799091" cy="367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41B8731-7965-AC31-85D5-549B9AFF0366}"/>
              </a:ext>
            </a:extLst>
          </p:cNvPr>
          <p:cNvSpPr/>
          <p:nvPr/>
        </p:nvSpPr>
        <p:spPr>
          <a:xfrm>
            <a:off x="5156649" y="3700684"/>
            <a:ext cx="1754897" cy="3111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="" xmlns:a16="http://schemas.microsoft.com/office/drawing/2014/main" id="{E616B5F1-A0D0-7B43-37DA-FC4249B77237}"/>
              </a:ext>
            </a:extLst>
          </p:cNvPr>
          <p:cNvSpPr/>
          <p:nvPr/>
        </p:nvSpPr>
        <p:spPr>
          <a:xfrm>
            <a:off x="4180070" y="4011828"/>
            <a:ext cx="644652" cy="362464"/>
          </a:xfrm>
          <a:prstGeom prst="rightArrow">
            <a:avLst/>
          </a:prstGeom>
          <a:solidFill>
            <a:srgbClr val="C0504D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0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AC17DE74-01C9-4859-B65A-85CF999E858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068C0432-0E90-4CC1-8CD3-D44A90DF07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01221"/>
            <a:ext cx="7886700" cy="1348065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Vì sao cần ứng dụng này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590174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1900" dirty="0"/>
              <a:t>1️⃣ </a:t>
            </a:r>
            <a:r>
              <a:rPr sz="1900" dirty="0" err="1"/>
              <a:t>Vấn</a:t>
            </a:r>
            <a:r>
              <a:rPr sz="1900" dirty="0"/>
              <a:t> </a:t>
            </a:r>
            <a:r>
              <a:rPr sz="1900" dirty="0" err="1"/>
              <a:t>đề</a:t>
            </a:r>
            <a:r>
              <a:rPr sz="1900" dirty="0"/>
              <a:t> </a:t>
            </a:r>
            <a:r>
              <a:rPr sz="1900" dirty="0" err="1"/>
              <a:t>thực</a:t>
            </a:r>
            <a:r>
              <a:rPr sz="1900" dirty="0"/>
              <a:t> </a:t>
            </a:r>
            <a:r>
              <a:rPr sz="1900" dirty="0" err="1"/>
              <a:t>tế</a:t>
            </a:r>
            <a:r>
              <a:rPr sz="1900" dirty="0"/>
              <a:t>:</a:t>
            </a:r>
          </a:p>
          <a:p>
            <a:pPr marL="0" indent="0">
              <a:buNone/>
              <a:defRPr sz="1800"/>
            </a:pPr>
            <a:r>
              <a:rPr sz="1900" dirty="0"/>
              <a:t>- </a:t>
            </a:r>
            <a:r>
              <a:rPr sz="1900" dirty="0" err="1"/>
              <a:t>Người</a:t>
            </a:r>
            <a:r>
              <a:rPr sz="1900" dirty="0"/>
              <a:t> </a:t>
            </a:r>
            <a:r>
              <a:rPr sz="1900" dirty="0" err="1"/>
              <a:t>dùng</a:t>
            </a:r>
            <a:r>
              <a:rPr sz="1900" dirty="0"/>
              <a:t> </a:t>
            </a:r>
            <a:r>
              <a:rPr sz="1900" dirty="0" err="1"/>
              <a:t>thường</a:t>
            </a:r>
            <a:r>
              <a:rPr sz="1900" dirty="0"/>
              <a:t> </a:t>
            </a:r>
            <a:r>
              <a:rPr sz="1900" dirty="0" err="1"/>
              <a:t>không</a:t>
            </a:r>
            <a:r>
              <a:rPr sz="1900" dirty="0"/>
              <a:t> </a:t>
            </a:r>
            <a:r>
              <a:rPr sz="1900" dirty="0" err="1"/>
              <a:t>biết</a:t>
            </a:r>
            <a:r>
              <a:rPr sz="1900" dirty="0"/>
              <a:t> </a:t>
            </a:r>
            <a:r>
              <a:rPr sz="1900" dirty="0" err="1"/>
              <a:t>nấu</a:t>
            </a:r>
            <a:r>
              <a:rPr sz="1900" dirty="0"/>
              <a:t> </a:t>
            </a:r>
            <a:r>
              <a:rPr sz="1900" dirty="0" err="1"/>
              <a:t>gì</a:t>
            </a:r>
            <a:r>
              <a:rPr sz="1900" dirty="0"/>
              <a:t> </a:t>
            </a:r>
            <a:r>
              <a:rPr sz="1900" dirty="0" err="1"/>
              <a:t>hoặc</a:t>
            </a:r>
            <a:r>
              <a:rPr sz="1900" dirty="0"/>
              <a:t> </a:t>
            </a:r>
            <a:r>
              <a:rPr sz="1900" dirty="0" err="1"/>
              <a:t>thiếu</a:t>
            </a:r>
            <a:r>
              <a:rPr sz="1900" dirty="0"/>
              <a:t> ý </a:t>
            </a:r>
            <a:r>
              <a:rPr sz="1900" dirty="0" err="1"/>
              <a:t>tưởng</a:t>
            </a:r>
            <a:r>
              <a:rPr sz="1900" dirty="0"/>
              <a:t> </a:t>
            </a:r>
            <a:r>
              <a:rPr sz="1900" dirty="0" err="1"/>
              <a:t>cho</a:t>
            </a:r>
            <a:r>
              <a:rPr sz="1900" dirty="0"/>
              <a:t> </a:t>
            </a:r>
            <a:r>
              <a:rPr sz="1900" dirty="0" err="1"/>
              <a:t>bữa</a:t>
            </a:r>
            <a:r>
              <a:rPr sz="1900" dirty="0"/>
              <a:t> </a:t>
            </a:r>
            <a:r>
              <a:rPr sz="1900" dirty="0" err="1"/>
              <a:t>ăn</a:t>
            </a:r>
            <a:r>
              <a:rPr sz="1900" dirty="0"/>
              <a:t>.</a:t>
            </a:r>
          </a:p>
          <a:p>
            <a:pPr marL="0" indent="0">
              <a:buNone/>
              <a:defRPr sz="1800"/>
            </a:pPr>
            <a:r>
              <a:rPr sz="1900" dirty="0"/>
              <a:t>- Công </a:t>
            </a:r>
            <a:r>
              <a:rPr sz="1900" dirty="0" err="1"/>
              <a:t>thức</a:t>
            </a:r>
            <a:r>
              <a:rPr sz="1900" dirty="0"/>
              <a:t> online </a:t>
            </a:r>
            <a:r>
              <a:rPr sz="1900" dirty="0" err="1"/>
              <a:t>không</a:t>
            </a:r>
            <a:r>
              <a:rPr sz="1900" dirty="0"/>
              <a:t> </a:t>
            </a:r>
            <a:r>
              <a:rPr sz="1900" dirty="0" err="1"/>
              <a:t>cá</a:t>
            </a:r>
            <a:r>
              <a:rPr sz="1900" dirty="0"/>
              <a:t> </a:t>
            </a:r>
            <a:r>
              <a:rPr sz="1900" dirty="0" err="1"/>
              <a:t>nhân</a:t>
            </a:r>
            <a:r>
              <a:rPr sz="1900" dirty="0"/>
              <a:t> </a:t>
            </a:r>
            <a:r>
              <a:rPr sz="1900" dirty="0" err="1"/>
              <a:t>hoá</a:t>
            </a:r>
            <a:r>
              <a:rPr sz="1900" dirty="0"/>
              <a:t>, </a:t>
            </a:r>
            <a:r>
              <a:rPr sz="1900" dirty="0" err="1"/>
              <a:t>khó</a:t>
            </a:r>
            <a:r>
              <a:rPr sz="1900" dirty="0"/>
              <a:t> </a:t>
            </a:r>
            <a:r>
              <a:rPr sz="1900" dirty="0" err="1"/>
              <a:t>áp</a:t>
            </a:r>
            <a:r>
              <a:rPr sz="1900" dirty="0"/>
              <a:t> </a:t>
            </a:r>
            <a:r>
              <a:rPr sz="1900" dirty="0" err="1"/>
              <a:t>dụng</a:t>
            </a:r>
            <a:r>
              <a:rPr sz="1900" dirty="0"/>
              <a:t>.</a:t>
            </a:r>
          </a:p>
          <a:p>
            <a:pPr marL="0" indent="0">
              <a:buNone/>
              <a:defRPr sz="1800"/>
            </a:pPr>
            <a:r>
              <a:rPr sz="1900" dirty="0"/>
              <a:t>- </a:t>
            </a:r>
            <a:r>
              <a:rPr sz="1900" dirty="0" err="1"/>
              <a:t>Người</a:t>
            </a:r>
            <a:r>
              <a:rPr sz="1900" dirty="0"/>
              <a:t> </a:t>
            </a:r>
            <a:r>
              <a:rPr sz="1900" dirty="0" err="1"/>
              <a:t>ăn</a:t>
            </a:r>
            <a:r>
              <a:rPr sz="1900" dirty="0"/>
              <a:t> </a:t>
            </a:r>
            <a:r>
              <a:rPr sz="1900" dirty="0" err="1"/>
              <a:t>kiêng</a:t>
            </a:r>
            <a:r>
              <a:rPr sz="1900" dirty="0"/>
              <a:t>, </a:t>
            </a:r>
            <a:r>
              <a:rPr sz="1900" dirty="0" err="1"/>
              <a:t>ăn</a:t>
            </a:r>
            <a:r>
              <a:rPr sz="1900" dirty="0"/>
              <a:t> </a:t>
            </a:r>
            <a:r>
              <a:rPr sz="1900" dirty="0" err="1"/>
              <a:t>chay</a:t>
            </a:r>
            <a:r>
              <a:rPr sz="1900" dirty="0"/>
              <a:t>, </a:t>
            </a:r>
            <a:r>
              <a:rPr sz="1900" dirty="0" err="1"/>
              <a:t>dị</a:t>
            </a:r>
            <a:r>
              <a:rPr sz="1900" dirty="0"/>
              <a:t> </a:t>
            </a:r>
            <a:r>
              <a:rPr sz="1900" dirty="0" err="1"/>
              <a:t>ứng</a:t>
            </a:r>
            <a:r>
              <a:rPr sz="1900" dirty="0"/>
              <a:t> </a:t>
            </a:r>
            <a:r>
              <a:rPr sz="1900" dirty="0" err="1"/>
              <a:t>thực</a:t>
            </a:r>
            <a:r>
              <a:rPr sz="1900" dirty="0"/>
              <a:t> </a:t>
            </a:r>
            <a:r>
              <a:rPr sz="1900" dirty="0" err="1"/>
              <a:t>phẩm</a:t>
            </a:r>
            <a:r>
              <a:rPr sz="1900" dirty="0"/>
              <a:t> </a:t>
            </a:r>
            <a:r>
              <a:rPr sz="1900" dirty="0" err="1"/>
              <a:t>khó</a:t>
            </a:r>
            <a:r>
              <a:rPr sz="1900" dirty="0"/>
              <a:t> </a:t>
            </a:r>
            <a:r>
              <a:rPr sz="1900" dirty="0" err="1"/>
              <a:t>chọn</a:t>
            </a:r>
            <a:r>
              <a:rPr sz="1900" dirty="0"/>
              <a:t> </a:t>
            </a:r>
            <a:r>
              <a:rPr sz="1900" dirty="0" err="1"/>
              <a:t>món</a:t>
            </a:r>
            <a:r>
              <a:rPr sz="1900" dirty="0"/>
              <a:t> </a:t>
            </a:r>
            <a:r>
              <a:rPr sz="1900" dirty="0" err="1"/>
              <a:t>phù</a:t>
            </a:r>
            <a:r>
              <a:rPr sz="1900" dirty="0"/>
              <a:t> </a:t>
            </a:r>
            <a:r>
              <a:rPr sz="1900" dirty="0" err="1"/>
              <a:t>hợp</a:t>
            </a:r>
            <a:r>
              <a:rPr sz="1900" dirty="0"/>
              <a:t>.</a:t>
            </a:r>
          </a:p>
          <a:p>
            <a:pPr marL="0" indent="0">
              <a:buNone/>
              <a:defRPr sz="1800"/>
            </a:pPr>
            <a:endParaRPr sz="1900" dirty="0"/>
          </a:p>
          <a:p>
            <a:pPr marL="0" indent="0">
              <a:buNone/>
              <a:defRPr sz="1800"/>
            </a:pPr>
            <a:r>
              <a:rPr sz="1900" dirty="0"/>
              <a:t>2️⃣ </a:t>
            </a:r>
            <a:r>
              <a:rPr sz="1900" dirty="0" err="1"/>
              <a:t>Ứng</a:t>
            </a:r>
            <a:r>
              <a:rPr sz="1900" dirty="0"/>
              <a:t> </a:t>
            </a:r>
            <a:r>
              <a:rPr sz="1900" dirty="0" err="1"/>
              <a:t>dụng</a:t>
            </a:r>
            <a:r>
              <a:rPr sz="1900" dirty="0"/>
              <a:t> </a:t>
            </a:r>
            <a:r>
              <a:rPr sz="1900" dirty="0" err="1"/>
              <a:t>giải</a:t>
            </a:r>
            <a:r>
              <a:rPr sz="1900" dirty="0"/>
              <a:t> </a:t>
            </a:r>
            <a:r>
              <a:rPr sz="1900" dirty="0" err="1"/>
              <a:t>quyết</a:t>
            </a:r>
            <a:r>
              <a:rPr sz="1900" dirty="0"/>
              <a:t>:</a:t>
            </a:r>
          </a:p>
          <a:p>
            <a:pPr marL="0" indent="0">
              <a:buNone/>
              <a:defRPr sz="1800"/>
            </a:pPr>
            <a:r>
              <a:rPr sz="1900" dirty="0"/>
              <a:t>- </a:t>
            </a:r>
            <a:r>
              <a:rPr sz="1900" dirty="0" err="1"/>
              <a:t>Gợi</a:t>
            </a:r>
            <a:r>
              <a:rPr sz="1900" dirty="0"/>
              <a:t> ý </a:t>
            </a:r>
            <a:r>
              <a:rPr sz="1900" dirty="0" err="1"/>
              <a:t>món</a:t>
            </a:r>
            <a:r>
              <a:rPr sz="1900" dirty="0"/>
              <a:t> </a:t>
            </a:r>
            <a:r>
              <a:rPr sz="1900" dirty="0" err="1"/>
              <a:t>ăn</a:t>
            </a:r>
            <a:r>
              <a:rPr sz="1900" dirty="0"/>
              <a:t> </a:t>
            </a:r>
            <a:r>
              <a:rPr sz="1900" dirty="0" err="1"/>
              <a:t>theo</a:t>
            </a:r>
            <a:r>
              <a:rPr sz="1900" dirty="0"/>
              <a:t> </a:t>
            </a:r>
            <a:r>
              <a:rPr sz="1900" dirty="0" err="1"/>
              <a:t>dữ</a:t>
            </a:r>
            <a:r>
              <a:rPr sz="1900" dirty="0"/>
              <a:t> </a:t>
            </a:r>
            <a:r>
              <a:rPr sz="1900" dirty="0" err="1"/>
              <a:t>liệu</a:t>
            </a:r>
            <a:r>
              <a:rPr sz="1900" dirty="0"/>
              <a:t> </a:t>
            </a:r>
            <a:r>
              <a:rPr sz="1900" dirty="0" err="1"/>
              <a:t>cá</a:t>
            </a:r>
            <a:r>
              <a:rPr sz="1900" dirty="0"/>
              <a:t> </a:t>
            </a:r>
            <a:r>
              <a:rPr sz="1900" dirty="0" err="1"/>
              <a:t>nhân</a:t>
            </a:r>
            <a:r>
              <a:rPr sz="1900" dirty="0"/>
              <a:t> (</a:t>
            </a:r>
            <a:r>
              <a:rPr sz="1900" dirty="0" err="1"/>
              <a:t>sức</a:t>
            </a:r>
            <a:r>
              <a:rPr sz="1900" dirty="0"/>
              <a:t> </a:t>
            </a:r>
            <a:r>
              <a:rPr sz="1900" dirty="0" err="1"/>
              <a:t>khỏe</a:t>
            </a:r>
            <a:r>
              <a:rPr sz="1900" dirty="0"/>
              <a:t>, </a:t>
            </a:r>
            <a:r>
              <a:rPr sz="1900" dirty="0" err="1"/>
              <a:t>dịp</a:t>
            </a:r>
            <a:r>
              <a:rPr sz="1900" dirty="0"/>
              <a:t>, </a:t>
            </a:r>
            <a:r>
              <a:rPr sz="1900" dirty="0" err="1"/>
              <a:t>số</a:t>
            </a:r>
            <a:r>
              <a:rPr sz="1900" dirty="0"/>
              <a:t> </a:t>
            </a:r>
            <a:r>
              <a:rPr sz="1900" dirty="0" err="1"/>
              <a:t>người</a:t>
            </a:r>
            <a:r>
              <a:rPr sz="1900" dirty="0"/>
              <a:t> </a:t>
            </a:r>
            <a:r>
              <a:rPr sz="1900" dirty="0" err="1"/>
              <a:t>ăn</a:t>
            </a:r>
            <a:r>
              <a:rPr sz="1900" dirty="0"/>
              <a:t>, calo...)</a:t>
            </a:r>
          </a:p>
          <a:p>
            <a:pPr marL="0" indent="0">
              <a:buNone/>
              <a:defRPr sz="1800"/>
            </a:pPr>
            <a:r>
              <a:rPr sz="1900" dirty="0"/>
              <a:t>- </a:t>
            </a:r>
            <a:r>
              <a:rPr sz="1900" dirty="0" err="1"/>
              <a:t>Hướng</a:t>
            </a:r>
            <a:r>
              <a:rPr sz="1900" dirty="0"/>
              <a:t> </a:t>
            </a:r>
            <a:r>
              <a:rPr sz="1900" dirty="0" err="1"/>
              <a:t>dẫn</a:t>
            </a:r>
            <a:r>
              <a:rPr sz="1900" dirty="0"/>
              <a:t> </a:t>
            </a:r>
            <a:r>
              <a:rPr sz="1900" dirty="0" err="1"/>
              <a:t>nấu</a:t>
            </a:r>
            <a:r>
              <a:rPr sz="1900" dirty="0"/>
              <a:t> </a:t>
            </a:r>
            <a:r>
              <a:rPr sz="1900" dirty="0" err="1"/>
              <a:t>rõ</a:t>
            </a:r>
            <a:r>
              <a:rPr sz="1900" dirty="0"/>
              <a:t> </a:t>
            </a:r>
            <a:r>
              <a:rPr sz="1900" dirty="0" err="1"/>
              <a:t>ràng</a:t>
            </a:r>
            <a:r>
              <a:rPr sz="1900" dirty="0"/>
              <a:t>, </a:t>
            </a:r>
            <a:r>
              <a:rPr sz="1900" dirty="0" err="1"/>
              <a:t>dễ</a:t>
            </a:r>
            <a:r>
              <a:rPr sz="1900" dirty="0"/>
              <a:t> </a:t>
            </a:r>
            <a:r>
              <a:rPr sz="1900" dirty="0" err="1"/>
              <a:t>hiểu</a:t>
            </a:r>
            <a:r>
              <a:rPr sz="1900" dirty="0"/>
              <a:t>, </a:t>
            </a:r>
            <a:r>
              <a:rPr sz="1900" dirty="0" err="1"/>
              <a:t>có</a:t>
            </a:r>
            <a:r>
              <a:rPr sz="1900" dirty="0"/>
              <a:t> </a:t>
            </a:r>
            <a:r>
              <a:rPr sz="1900" dirty="0" err="1"/>
              <a:t>thể</a:t>
            </a:r>
            <a:r>
              <a:rPr sz="1900" dirty="0"/>
              <a:t> </a:t>
            </a:r>
            <a:r>
              <a:rPr sz="1900" dirty="0" err="1"/>
              <a:t>hỏi</a:t>
            </a:r>
            <a:r>
              <a:rPr sz="1900" dirty="0"/>
              <a:t>–</a:t>
            </a:r>
            <a:r>
              <a:rPr sz="1900" dirty="0" err="1"/>
              <a:t>đáp</a:t>
            </a:r>
            <a:r>
              <a:rPr sz="1900" dirty="0"/>
              <a:t> </a:t>
            </a:r>
            <a:r>
              <a:rPr sz="1900" dirty="0" err="1"/>
              <a:t>liên</a:t>
            </a:r>
            <a:r>
              <a:rPr sz="1900" dirty="0"/>
              <a:t> </a:t>
            </a:r>
            <a:r>
              <a:rPr sz="1900" dirty="0" err="1"/>
              <a:t>tục</a:t>
            </a:r>
            <a:r>
              <a:rPr sz="1900" dirty="0"/>
              <a:t>.</a:t>
            </a:r>
          </a:p>
          <a:p>
            <a:pPr marL="0" indent="0">
              <a:buNone/>
              <a:defRPr sz="1800"/>
            </a:pPr>
            <a:r>
              <a:rPr sz="1900" dirty="0"/>
              <a:t>- </a:t>
            </a:r>
            <a:r>
              <a:rPr sz="1900" dirty="0" err="1"/>
              <a:t>Phù</a:t>
            </a:r>
            <a:r>
              <a:rPr sz="1900" dirty="0"/>
              <a:t> </a:t>
            </a:r>
            <a:r>
              <a:rPr sz="1900" dirty="0" err="1"/>
              <a:t>hợp</a:t>
            </a:r>
            <a:r>
              <a:rPr sz="1900" dirty="0"/>
              <a:t> </a:t>
            </a:r>
            <a:r>
              <a:rPr sz="1900" dirty="0" err="1"/>
              <a:t>học</a:t>
            </a:r>
            <a:r>
              <a:rPr sz="1900" dirty="0"/>
              <a:t> </a:t>
            </a:r>
            <a:r>
              <a:rPr sz="1900" dirty="0" err="1"/>
              <a:t>viên</a:t>
            </a:r>
            <a:r>
              <a:rPr sz="1900" dirty="0"/>
              <a:t> </a:t>
            </a:r>
            <a:r>
              <a:rPr sz="1900" dirty="0" err="1"/>
              <a:t>nấu</a:t>
            </a:r>
            <a:r>
              <a:rPr sz="1900" dirty="0"/>
              <a:t> </a:t>
            </a:r>
            <a:r>
              <a:rPr sz="1900" dirty="0" err="1"/>
              <a:t>ăn</a:t>
            </a:r>
            <a:r>
              <a:rPr sz="1900" dirty="0"/>
              <a:t>, </a:t>
            </a:r>
            <a:r>
              <a:rPr sz="1900" dirty="0" err="1"/>
              <a:t>nội</a:t>
            </a:r>
            <a:r>
              <a:rPr sz="1900" dirty="0"/>
              <a:t> </a:t>
            </a:r>
            <a:r>
              <a:rPr sz="1900" dirty="0" err="1"/>
              <a:t>trợ</a:t>
            </a:r>
            <a:r>
              <a:rPr sz="1900" dirty="0"/>
              <a:t>, </a:t>
            </a:r>
            <a:r>
              <a:rPr sz="1900" dirty="0" err="1"/>
              <a:t>người</a:t>
            </a:r>
            <a:r>
              <a:rPr sz="1900" dirty="0"/>
              <a:t> </a:t>
            </a:r>
            <a:r>
              <a:rPr sz="1900" dirty="0" err="1"/>
              <a:t>bận</a:t>
            </a:r>
            <a:r>
              <a:rPr sz="1900" dirty="0"/>
              <a:t> </a:t>
            </a:r>
            <a:r>
              <a:rPr sz="1900" dirty="0" err="1"/>
              <a:t>rộn</a:t>
            </a:r>
            <a:r>
              <a:rPr sz="19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AE2B703B-46F9-481A-A605-82E2A828C4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Use Case Summary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="" xmlns:a16="http://schemas.microsoft.com/office/drawing/2014/main" id="{F13BE4D7-0C3D-4906-B230-A1C5B4665C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5019CA70-E603-DF03-AF7F-367306921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34622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="" xmlns:a16="http://schemas.microsoft.com/office/drawing/2014/main" id="{7B831B6F-405A-4B47-B9BB-5CA88F2858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atellite dish">
            <a:extLst>
              <a:ext uri="{FF2B5EF4-FFF2-40B4-BE49-F238E27FC236}">
                <a16:creationId xmlns="" xmlns:a16="http://schemas.microsoft.com/office/drawing/2014/main" id="{CA3D77BA-C61F-6011-A8CB-A06D23977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741" y="2165637"/>
            <a:ext cx="2526726" cy="252672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="" xmlns:a16="http://schemas.microsoft.com/office/drawing/2014/main" id="{15109354-9C5D-4F8C-B0E6-D1043C7BF2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515" y="457201"/>
            <a:ext cx="4002953" cy="1835911"/>
          </a:xfrm>
        </p:spPr>
        <p:txBody>
          <a:bodyPr anchor="b">
            <a:normAutofit/>
          </a:bodyPr>
          <a:lstStyle/>
          <a:p>
            <a:r>
              <a:rPr lang="en-US" sz="4700" dirty="0">
                <a:solidFill>
                  <a:srgbClr val="FFFFFF"/>
                </a:solidFill>
              </a:rPr>
              <a:t>RQM1 – Suggest Dish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="" xmlns:a16="http://schemas.microsoft.com/office/drawing/2014/main" id="{49B530FE-A87D-41A0-A920-ADC6539EAA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319514" y="2560829"/>
            <a:ext cx="3771900" cy="18288"/>
          </a:xfrm>
          <a:custGeom>
            <a:avLst/>
            <a:gdLst>
              <a:gd name="connsiteX0" fmla="*/ 0 w 3771900"/>
              <a:gd name="connsiteY0" fmla="*/ 0 h 18288"/>
              <a:gd name="connsiteX1" fmla="*/ 704088 w 3771900"/>
              <a:gd name="connsiteY1" fmla="*/ 0 h 18288"/>
              <a:gd name="connsiteX2" fmla="*/ 1370457 w 3771900"/>
              <a:gd name="connsiteY2" fmla="*/ 0 h 18288"/>
              <a:gd name="connsiteX3" fmla="*/ 2036826 w 3771900"/>
              <a:gd name="connsiteY3" fmla="*/ 0 h 18288"/>
              <a:gd name="connsiteX4" fmla="*/ 2552319 w 3771900"/>
              <a:gd name="connsiteY4" fmla="*/ 0 h 18288"/>
              <a:gd name="connsiteX5" fmla="*/ 3105531 w 3771900"/>
              <a:gd name="connsiteY5" fmla="*/ 0 h 18288"/>
              <a:gd name="connsiteX6" fmla="*/ 3771900 w 3771900"/>
              <a:gd name="connsiteY6" fmla="*/ 0 h 18288"/>
              <a:gd name="connsiteX7" fmla="*/ 3771900 w 3771900"/>
              <a:gd name="connsiteY7" fmla="*/ 18288 h 18288"/>
              <a:gd name="connsiteX8" fmla="*/ 3143250 w 3771900"/>
              <a:gd name="connsiteY8" fmla="*/ 18288 h 18288"/>
              <a:gd name="connsiteX9" fmla="*/ 2627757 w 3771900"/>
              <a:gd name="connsiteY9" fmla="*/ 18288 h 18288"/>
              <a:gd name="connsiteX10" fmla="*/ 2112264 w 3771900"/>
              <a:gd name="connsiteY10" fmla="*/ 18288 h 18288"/>
              <a:gd name="connsiteX11" fmla="*/ 1445895 w 3771900"/>
              <a:gd name="connsiteY11" fmla="*/ 18288 h 18288"/>
              <a:gd name="connsiteX12" fmla="*/ 892683 w 3771900"/>
              <a:gd name="connsiteY12" fmla="*/ 18288 h 18288"/>
              <a:gd name="connsiteX13" fmla="*/ 0 w 3771900"/>
              <a:gd name="connsiteY13" fmla="*/ 18288 h 18288"/>
              <a:gd name="connsiteX14" fmla="*/ 0 w 37719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1900" h="18288" fill="none" extrusionOk="0">
                <a:moveTo>
                  <a:pt x="0" y="0"/>
                </a:moveTo>
                <a:cubicBezTo>
                  <a:pt x="285982" y="-16509"/>
                  <a:pt x="373591" y="28957"/>
                  <a:pt x="704088" y="0"/>
                </a:cubicBezTo>
                <a:cubicBezTo>
                  <a:pt x="1034585" y="-28957"/>
                  <a:pt x="1127575" y="15529"/>
                  <a:pt x="1370457" y="0"/>
                </a:cubicBezTo>
                <a:cubicBezTo>
                  <a:pt x="1613339" y="-15529"/>
                  <a:pt x="1901330" y="-18417"/>
                  <a:pt x="2036826" y="0"/>
                </a:cubicBezTo>
                <a:cubicBezTo>
                  <a:pt x="2172322" y="18417"/>
                  <a:pt x="2391554" y="24426"/>
                  <a:pt x="2552319" y="0"/>
                </a:cubicBezTo>
                <a:cubicBezTo>
                  <a:pt x="2713084" y="-24426"/>
                  <a:pt x="2832344" y="19126"/>
                  <a:pt x="3105531" y="0"/>
                </a:cubicBezTo>
                <a:cubicBezTo>
                  <a:pt x="3378718" y="-19126"/>
                  <a:pt x="3624591" y="4962"/>
                  <a:pt x="3771900" y="0"/>
                </a:cubicBezTo>
                <a:cubicBezTo>
                  <a:pt x="3771400" y="8855"/>
                  <a:pt x="3772009" y="14521"/>
                  <a:pt x="3771900" y="18288"/>
                </a:cubicBezTo>
                <a:cubicBezTo>
                  <a:pt x="3458898" y="17742"/>
                  <a:pt x="3421743" y="-6827"/>
                  <a:pt x="3143250" y="18288"/>
                </a:cubicBezTo>
                <a:cubicBezTo>
                  <a:pt x="2864757" y="43403"/>
                  <a:pt x="2852800" y="27764"/>
                  <a:pt x="2627757" y="18288"/>
                </a:cubicBezTo>
                <a:cubicBezTo>
                  <a:pt x="2402714" y="8812"/>
                  <a:pt x="2240384" y="-3809"/>
                  <a:pt x="2112264" y="18288"/>
                </a:cubicBezTo>
                <a:cubicBezTo>
                  <a:pt x="1984144" y="40385"/>
                  <a:pt x="1648028" y="25259"/>
                  <a:pt x="1445895" y="18288"/>
                </a:cubicBezTo>
                <a:cubicBezTo>
                  <a:pt x="1243762" y="11317"/>
                  <a:pt x="1123026" y="22466"/>
                  <a:pt x="892683" y="18288"/>
                </a:cubicBezTo>
                <a:cubicBezTo>
                  <a:pt x="662340" y="14110"/>
                  <a:pt x="180978" y="-26198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771900" h="18288" stroke="0" extrusionOk="0">
                <a:moveTo>
                  <a:pt x="0" y="0"/>
                </a:moveTo>
                <a:cubicBezTo>
                  <a:pt x="168080" y="-24280"/>
                  <a:pt x="426899" y="-27643"/>
                  <a:pt x="590931" y="0"/>
                </a:cubicBezTo>
                <a:cubicBezTo>
                  <a:pt x="754963" y="27643"/>
                  <a:pt x="943937" y="-964"/>
                  <a:pt x="1106424" y="0"/>
                </a:cubicBezTo>
                <a:cubicBezTo>
                  <a:pt x="1268911" y="964"/>
                  <a:pt x="1620128" y="24107"/>
                  <a:pt x="1810512" y="0"/>
                </a:cubicBezTo>
                <a:cubicBezTo>
                  <a:pt x="2000896" y="-24107"/>
                  <a:pt x="2173109" y="23508"/>
                  <a:pt x="2401443" y="0"/>
                </a:cubicBezTo>
                <a:cubicBezTo>
                  <a:pt x="2629777" y="-23508"/>
                  <a:pt x="2762620" y="-19902"/>
                  <a:pt x="2992374" y="0"/>
                </a:cubicBezTo>
                <a:cubicBezTo>
                  <a:pt x="3222128" y="19902"/>
                  <a:pt x="3483193" y="6322"/>
                  <a:pt x="3771900" y="0"/>
                </a:cubicBezTo>
                <a:cubicBezTo>
                  <a:pt x="3771002" y="7180"/>
                  <a:pt x="3772069" y="13790"/>
                  <a:pt x="3771900" y="18288"/>
                </a:cubicBezTo>
                <a:cubicBezTo>
                  <a:pt x="3466427" y="17166"/>
                  <a:pt x="3360902" y="-2444"/>
                  <a:pt x="3143250" y="18288"/>
                </a:cubicBezTo>
                <a:cubicBezTo>
                  <a:pt x="2925598" y="39020"/>
                  <a:pt x="2852709" y="34774"/>
                  <a:pt x="2627757" y="18288"/>
                </a:cubicBezTo>
                <a:cubicBezTo>
                  <a:pt x="2402805" y="1802"/>
                  <a:pt x="2156087" y="-12568"/>
                  <a:pt x="1999107" y="18288"/>
                </a:cubicBezTo>
                <a:cubicBezTo>
                  <a:pt x="1842127" y="49144"/>
                  <a:pt x="1528676" y="3672"/>
                  <a:pt x="1370457" y="18288"/>
                </a:cubicBezTo>
                <a:cubicBezTo>
                  <a:pt x="1212238" y="32905"/>
                  <a:pt x="1007440" y="24475"/>
                  <a:pt x="779526" y="18288"/>
                </a:cubicBezTo>
                <a:cubicBezTo>
                  <a:pt x="551612" y="12101"/>
                  <a:pt x="175765" y="863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515" y="2798064"/>
            <a:ext cx="4095821" cy="3417611"/>
          </a:xfrm>
        </p:spPr>
        <p:txBody>
          <a:bodyPr anchor="t">
            <a:noAutofit/>
          </a:bodyPr>
          <a:lstStyle/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Suggest dish from user’s additional input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Example: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Thành phần chính: thịt, cá, rau củ, hải sản...</a:t>
            </a:r>
            <a:endParaRPr lang="en-US" sz="16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</a:t>
            </a:r>
            <a:r>
              <a:rPr lang="en-US" sz="1600" dirty="0" err="1">
                <a:solidFill>
                  <a:srgbClr val="FFFFFF"/>
                </a:solidFill>
              </a:rPr>
              <a:t>Lượng</a:t>
            </a:r>
            <a:r>
              <a:rPr lang="en-US" sz="1600" dirty="0">
                <a:solidFill>
                  <a:srgbClr val="FFFFFF"/>
                </a:solidFill>
              </a:rPr>
              <a:t> calories</a:t>
            </a:r>
            <a:r>
              <a:rPr lang="vi-VN" sz="1600" dirty="0">
                <a:solidFill>
                  <a:srgbClr val="FFFFFF"/>
                </a:solidFill>
              </a:rPr>
              <a:t>: Thịt bò nạc</a:t>
            </a:r>
            <a:r>
              <a:rPr lang="en-US" sz="1600" dirty="0">
                <a:solidFill>
                  <a:srgbClr val="FFFFFF"/>
                </a:solidFill>
              </a:rPr>
              <a:t> (250 kcal/100g)</a:t>
            </a:r>
            <a:r>
              <a:rPr lang="vi-VN" sz="1600" dirty="0">
                <a:solidFill>
                  <a:srgbClr val="FFFFFF"/>
                </a:solidFill>
              </a:rPr>
              <a:t>, Cá hồi</a:t>
            </a:r>
            <a:r>
              <a:rPr lang="en-US" sz="1600" dirty="0">
                <a:solidFill>
                  <a:srgbClr val="FFFFFF"/>
                </a:solidFill>
              </a:rPr>
              <a:t> (206 kcal/100g) </a:t>
            </a:r>
            <a:r>
              <a:rPr lang="vi-VN" sz="1600" dirty="0">
                <a:solidFill>
                  <a:srgbClr val="FFFFFF"/>
                </a:solidFill>
              </a:rPr>
              <a:t>...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Bối cảnh: ngày thường, lễ, sinh nhật...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Thời điểm: sáng, trưa, tối...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Phong cách: Á, Âu, Nhật, Việt...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Loại món: chính, khai vị, tráng miệng...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Cách chế biến: chiên, hấp, luộc, nướng...</a:t>
            </a:r>
          </a:p>
          <a:p>
            <a:pPr marL="0" indent="0">
              <a:lnSpc>
                <a:spcPct val="90000"/>
              </a:lnSpc>
              <a:buNone/>
              <a:defRPr sz="1800"/>
            </a:pPr>
            <a:r>
              <a:rPr lang="vi-VN" sz="1600" dirty="0">
                <a:solidFill>
                  <a:srgbClr val="FFFFFF"/>
                </a:solidFill>
              </a:rPr>
              <a:t>- Lượng người ăn, calories, hạn chế ăn chay/dị ứng.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="" xmlns:a16="http://schemas.microsoft.com/office/drawing/2014/main" id="{9DBC8166-481C-4473-95F5-9A5B9073B7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="" xmlns:a16="http://schemas.microsoft.com/office/drawing/2014/main" id="{A5A5CE6E-90AF-4D43-A014-1F9EC83EB9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RQM2 – Cooking Guide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3A3A3865-8CA9-663C-0CA0-EDEA5F7E3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0406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="" xmlns:a16="http://schemas.microsoft.com/office/drawing/2014/main" id="{DCC231C8-C761-4B31-9B1C-C6D19248C6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Ví dụ Q&amp;A – RQM1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247231D7-B827-C4C0-EFAE-178DDF75E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769490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="" xmlns:a16="http://schemas.microsoft.com/office/drawing/2014/main" id="{DCC231C8-C761-4B31-9B1C-C6D19248C6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Ví dụ Q&amp;A – RQM2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D4DAC51A-1399-0BFD-B0B7-03891B496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342360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6C4028FD-8BAA-4A19-BFDE-594D991B755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Bot Logic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7A456C4A-1520-B142-735F-D4CC37081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3396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AB982CE-FDDD-1E61-3596-B0E1647753CD}"/>
              </a:ext>
            </a:extLst>
          </p:cNvPr>
          <p:cNvCxnSpPr/>
          <p:nvPr/>
        </p:nvCxnSpPr>
        <p:spPr>
          <a:xfrm>
            <a:off x="3085106" y="3172570"/>
            <a:ext cx="26239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9DBD226C-1E32-094E-AB54-5B293DA3F273}"/>
              </a:ext>
            </a:extLst>
          </p:cNvPr>
          <p:cNvCxnSpPr/>
          <p:nvPr/>
        </p:nvCxnSpPr>
        <p:spPr>
          <a:xfrm>
            <a:off x="3085106" y="4887070"/>
            <a:ext cx="26239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9A04FF8F-CED4-F16C-933C-5A7E88F768DE}"/>
              </a:ext>
            </a:extLst>
          </p:cNvPr>
          <p:cNvCxnSpPr/>
          <p:nvPr/>
        </p:nvCxnSpPr>
        <p:spPr>
          <a:xfrm>
            <a:off x="5797826" y="3103990"/>
            <a:ext cx="26239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87B75CCF-5EBB-4320-9F31-860EE86C4F3D}"/>
              </a:ext>
            </a:extLst>
          </p:cNvPr>
          <p:cNvCxnSpPr/>
          <p:nvPr/>
        </p:nvCxnSpPr>
        <p:spPr>
          <a:xfrm>
            <a:off x="5797826" y="4874480"/>
            <a:ext cx="26239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="" xmlns:a16="http://schemas.microsoft.com/office/drawing/2014/main" id="{53B021B3-DE93-4AB7-8A18-CF5F1CED88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/>
              <a:t>Evaluation Criteria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52D502E5-F6B4-4D58-B4AE-FC466FF15E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DECDBF4-02B6-4BB4-B65B-B8107AD6A9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178720CF-560A-E483-8CF0-F36399026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87659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9DBC8166-481C-4473-95F5-9A5B9073B7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5A5CE6E-90AF-4D43-A014-1F9EC83EB9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fr-FR" sz="2400">
                <a:solidFill>
                  <a:srgbClr val="FFFFFF"/>
                </a:solidFill>
              </a:rPr>
              <a:t>Future Enhancements (T.B.D)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70139B1E-0531-8D75-4338-FFF095B79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510511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9DBC8166-481C-4473-95F5-9A5B9073B7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A5A5CE6E-90AF-4D43-A014-1F9EC83EB9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FAA80ED0-D236-D229-7935-6A18035D7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000040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983</Words>
  <Application>Microsoft Office PowerPoint</Application>
  <PresentationFormat>On-screen Show (4:3)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(Headings)</vt:lpstr>
      <vt:lpstr>Times New Roman</vt:lpstr>
      <vt:lpstr>Office Theme</vt:lpstr>
      <vt:lpstr>Cooking Instructor – FAQ Answering Bot</vt:lpstr>
      <vt:lpstr>Lịch sử phát triển</vt:lpstr>
      <vt:lpstr>Quy trình hoạt động</vt:lpstr>
      <vt:lpstr>Demo Hướng dẫn nấu ăn và tính toán calories món cơm chiên( tích hợp ChromaDB để tìm thông tin liên quan )  </vt:lpstr>
      <vt:lpstr>Vì sao cần ứng dụng này</vt:lpstr>
      <vt:lpstr>Use Case Summary</vt:lpstr>
      <vt:lpstr>RQM1 – Suggest Dish</vt:lpstr>
      <vt:lpstr>RQM2 – Cooking Guide</vt:lpstr>
      <vt:lpstr>Ví dụ Q&amp;A – RQM1</vt:lpstr>
      <vt:lpstr>Ví dụ Q&amp;A – RQM2</vt:lpstr>
      <vt:lpstr>Bot Logic Flow</vt:lpstr>
      <vt:lpstr>Evaluation Criteria</vt:lpstr>
      <vt:lpstr>Future Enhancements (T.B.D)</vt:lpstr>
      <vt:lpstr>Summary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Cooking Instructor – FAQ Answering Bot</dc:title>
  <dc:subject/>
  <dc:creator/>
  <cp:keywords/>
  <dc:description>generated using python-pptx</dc:description>
  <cp:lastModifiedBy>GMT</cp:lastModifiedBy>
  <cp:revision>26</cp:revision>
  <dcterms:created xsi:type="dcterms:W3CDTF">2013-01-27T09:14:16Z</dcterms:created>
  <dcterms:modified xsi:type="dcterms:W3CDTF">2025-10-25T07:21:30Z</dcterms:modified>
  <cp:category/>
</cp:coreProperties>
</file>